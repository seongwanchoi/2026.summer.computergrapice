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9" autoAdjust="0"/>
    <p:restoredTop sz="94660"/>
  </p:normalViewPr>
  <p:slideViewPr>
    <p:cSldViewPr snapToGrid="0">
      <p:cViewPr varScale="1">
        <p:scale>
          <a:sx n="56" d="100"/>
          <a:sy n="56" d="100"/>
        </p:scale>
        <p:origin x="90" y="13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99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550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593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998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508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225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09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88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696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460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D924-70C4-46BF-BDA4-48BC86E7C96A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083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6D924-70C4-46BF-BDA4-48BC86E7C96A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5F0F-F6B0-4C92-B63E-364E50817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89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844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21103" y="278920"/>
            <a:ext cx="1500996" cy="7591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식별부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21103" y="1020791"/>
            <a:ext cx="1500996" cy="759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ysClr val="windowText" lastClr="000000"/>
                </a:solidFill>
              </a:rPr>
              <a:t>데이터부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379345" y="247289"/>
            <a:ext cx="1500996" cy="7591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nData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(0x01)</a:t>
            </a:r>
            <a:endParaRPr lang="en-US" altLang="ko-KR" dirty="0"/>
          </a:p>
        </p:txBody>
      </p:sp>
      <p:sp>
        <p:nvSpPr>
          <p:cNvPr id="7" name="직사각형 6"/>
          <p:cNvSpPr/>
          <p:nvPr/>
        </p:nvSpPr>
        <p:spPr>
          <a:xfrm>
            <a:off x="4379345" y="989160"/>
            <a:ext cx="1500996" cy="759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ysClr val="windowText" lastClr="000000"/>
                </a:solidFill>
              </a:rPr>
              <a:t>10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379345" y="2349259"/>
            <a:ext cx="1500996" cy="7591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pData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4379345" y="3091130"/>
            <a:ext cx="1500996" cy="759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ysClr val="windowText" lastClr="000000"/>
                </a:solidFill>
              </a:rPr>
              <a:t>0X01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3200" y="388185"/>
            <a:ext cx="84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34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682816" y="2373867"/>
            <a:ext cx="84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35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547670" y="4359549"/>
            <a:ext cx="84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37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547669" y="5081293"/>
            <a:ext cx="84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38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393058" y="4351089"/>
            <a:ext cx="174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nData</a:t>
            </a:r>
            <a:r>
              <a:rPr lang="en-US" altLang="ko-KR" dirty="0" smtClean="0"/>
              <a:t>[10, 0x01]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393058" y="5036590"/>
            <a:ext cx="1886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pData</a:t>
            </a:r>
            <a:r>
              <a:rPr lang="en-US" altLang="ko-KR" dirty="0" smtClean="0"/>
              <a:t>[0x01, 10]</a:t>
            </a:r>
            <a:endParaRPr lang="ko-KR" altLang="en-US" dirty="0"/>
          </a:p>
        </p:txBody>
      </p:sp>
      <p:cxnSp>
        <p:nvCxnSpPr>
          <p:cNvPr id="27" name="꺾인 연결선 26"/>
          <p:cNvCxnSpPr>
            <a:stCxn id="6" idx="3"/>
            <a:endCxn id="8" idx="3"/>
          </p:cNvCxnSpPr>
          <p:nvPr/>
        </p:nvCxnSpPr>
        <p:spPr>
          <a:xfrm>
            <a:off x="5880341" y="626851"/>
            <a:ext cx="12700" cy="2101970"/>
          </a:xfrm>
          <a:prstGeom prst="bentConnector3">
            <a:avLst>
              <a:gd name="adj1" fmla="val 8456606"/>
            </a:avLst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꺾인 연결선 30"/>
          <p:cNvCxnSpPr>
            <a:stCxn id="8" idx="1"/>
            <a:endCxn id="6" idx="1"/>
          </p:cNvCxnSpPr>
          <p:nvPr/>
        </p:nvCxnSpPr>
        <p:spPr>
          <a:xfrm rot="10800000">
            <a:off x="4379345" y="626851"/>
            <a:ext cx="12700" cy="2101970"/>
          </a:xfrm>
          <a:prstGeom prst="bentConnector3">
            <a:avLst>
              <a:gd name="adj1" fmla="val 6826409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833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</Words>
  <Application>Microsoft Office PowerPoint</Application>
  <PresentationFormat>와이드스크린</PresentationFormat>
  <Paragraphs>13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7</cp:revision>
  <dcterms:created xsi:type="dcterms:W3CDTF">2026-07-15T03:29:35Z</dcterms:created>
  <dcterms:modified xsi:type="dcterms:W3CDTF">2026-07-15T03:41:26Z</dcterms:modified>
</cp:coreProperties>
</file>