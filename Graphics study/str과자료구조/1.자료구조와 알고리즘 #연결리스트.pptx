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1drv.ms/u/s!AqKiecXh2BZti7c8h7ITi0zpFJvNuw?e=kvMhe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86" name="Google Shape;86;p13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87" name="Google Shape;87;p13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8" name="Google Shape;88;p13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b="0" i="0" sz="10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9" name="Google Shape;89;p13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b="0" i="0" sz="18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90" name="Google Shape;90;p13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91" name="Google Shape;91;p13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92" name="Google Shape;92;p13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3" name="Google Shape;93;p13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4" name="Google Shape;94;p13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5" name="Google Shape;95;p13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96" name="Google Shape;96;p1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97" name="Google Shape;97;p1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98" name="Google Shape;98;p13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99" name="Google Shape;99;p1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0" name="Google Shape;100;p1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01" name="Google Shape;101;p13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02" name="Google Shape;102;p1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000" u="none" cap="none" strike="noStrik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b="0" i="0" sz="1000" u="none" cap="none" strike="noStrike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03" name="Google Shape;103;p1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1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104" name="Google Shape;104;p13"/>
              <p:cNvCxnSpPr>
                <a:stCxn id="89" idx="3"/>
                <a:endCxn id="93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105" name="Google Shape;105;p13"/>
              <p:cNvCxnSpPr>
                <a:stCxn id="93" idx="2"/>
                <a:endCxn id="99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106" name="Google Shape;106;p13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07" name="Google Shape;107;p13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08" name="Google Shape;10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en-US"/>
              <a:t>연결리스트</a:t>
            </a:r>
            <a:endParaRPr/>
          </a:p>
        </p:txBody>
      </p:sp>
      <p:sp>
        <p:nvSpPr>
          <p:cNvPr id="109" name="Google Shape;109;p13"/>
          <p:cNvSpPr txBox="1"/>
          <p:nvPr>
            <p:ph idx="1" type="subTitle"/>
          </p:nvPr>
        </p:nvSpPr>
        <p:spPr>
          <a:xfrm>
            <a:off x="1524000" y="363061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자료구조와 알고리즘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9226550" y="5657671"/>
            <a:ext cx="29654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 3.10</a:t>
            </a:r>
            <a:b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LastUpdate: 2021.06.28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downkhg@gmail.com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김홍규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4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116" name="Google Shape;116;p14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17" name="Google Shape;117;p14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118" name="Google Shape;118;p14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19" name="Google Shape;119;p14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20" name="Google Shape;120;p14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21" name="Google Shape;121;p14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22" name="Google Shape;122;p14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23" name="Google Shape;123;p14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4" name="Google Shape;124;p14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5" name="Google Shape;125;p14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6" name="Google Shape;126;p14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27" name="Google Shape;127;p1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28" name="Google Shape;128;p1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29" name="Google Shape;129;p14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30" name="Google Shape;130;p1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1" name="Google Shape;131;p1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32" name="Google Shape;132;p14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33" name="Google Shape;133;p1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34" name="Google Shape;134;p1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135" name="Google Shape;135;p14"/>
              <p:cNvCxnSpPr>
                <a:stCxn id="120" idx="3"/>
                <a:endCxn id="12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136" name="Google Shape;136;p14"/>
              <p:cNvCxnSpPr>
                <a:stCxn id="124" idx="2"/>
                <a:endCxn id="13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137" name="Google Shape;137;p1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38" name="Google Shape;138;p14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39" name="Google Shape;13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연결 리스트의 종류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5815474" y="2335442"/>
            <a:ext cx="6376526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단일 연결 리스트</a:t>
            </a:r>
            <a:endParaRPr sz="3600"/>
          </a:p>
          <a:p>
            <a:pPr indent="-2857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None/>
            </a:pPr>
            <a:r>
              <a:t/>
            </a:r>
            <a:endParaRPr sz="36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환형 연결 리스트</a:t>
            </a:r>
            <a:endParaRPr sz="3600"/>
          </a:p>
          <a:p>
            <a:pPr indent="-2857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None/>
            </a:pPr>
            <a:r>
              <a:t/>
            </a:r>
            <a:endParaRPr sz="3600"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AutoNum type="arabicPeriod"/>
            </a:pPr>
            <a:r>
              <a:rPr lang="en-US" sz="3600"/>
              <a:t>이중 연결 리스트</a:t>
            </a:r>
            <a:br>
              <a:rPr lang="en-US" sz="3200"/>
            </a:br>
            <a:endParaRPr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2072316" y="2582580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2949533" y="2582580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3844581" y="2577383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4729985" y="2577383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46" name="Google Shape;146;p14"/>
          <p:cNvCxnSpPr>
            <a:stCxn id="142" idx="3"/>
            <a:endCxn id="143" idx="1"/>
          </p:cNvCxnSpPr>
          <p:nvPr/>
        </p:nvCxnSpPr>
        <p:spPr>
          <a:xfrm>
            <a:off x="2695575" y="2786715"/>
            <a:ext cx="254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7" name="Google Shape;147;p14"/>
          <p:cNvCxnSpPr>
            <a:stCxn id="143" idx="3"/>
          </p:cNvCxnSpPr>
          <p:nvPr/>
        </p:nvCxnSpPr>
        <p:spPr>
          <a:xfrm>
            <a:off x="3572792" y="2786715"/>
            <a:ext cx="271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8" name="Google Shape;148;p14"/>
          <p:cNvCxnSpPr>
            <a:stCxn id="144" idx="3"/>
            <a:endCxn id="145" idx="1"/>
          </p:cNvCxnSpPr>
          <p:nvPr/>
        </p:nvCxnSpPr>
        <p:spPr>
          <a:xfrm>
            <a:off x="4467840" y="2781518"/>
            <a:ext cx="262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149" name="Google Shape;149;p14"/>
          <p:cNvGrpSpPr/>
          <p:nvPr/>
        </p:nvGrpSpPr>
        <p:grpSpPr>
          <a:xfrm>
            <a:off x="2088821" y="3729908"/>
            <a:ext cx="3280928" cy="413467"/>
            <a:chOff x="2088821" y="3729908"/>
            <a:chExt cx="3280928" cy="413467"/>
          </a:xfrm>
        </p:grpSpPr>
        <p:sp>
          <p:nvSpPr>
            <p:cNvPr id="150" name="Google Shape;150;p14"/>
            <p:cNvSpPr/>
            <p:nvPr/>
          </p:nvSpPr>
          <p:spPr>
            <a:xfrm>
              <a:off x="2088821" y="3735105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2966038" y="3735105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3861086" y="3729908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746490" y="3729908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54" name="Google Shape;154;p14"/>
            <p:cNvCxnSpPr>
              <a:stCxn id="150" idx="3"/>
              <a:endCxn id="151" idx="1"/>
            </p:cNvCxnSpPr>
            <p:nvPr/>
          </p:nvCxnSpPr>
          <p:spPr>
            <a:xfrm>
              <a:off x="2712080" y="3939240"/>
              <a:ext cx="254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55" name="Google Shape;155;p14"/>
            <p:cNvCxnSpPr>
              <a:stCxn id="151" idx="3"/>
            </p:cNvCxnSpPr>
            <p:nvPr/>
          </p:nvCxnSpPr>
          <p:spPr>
            <a:xfrm>
              <a:off x="3589297" y="3939240"/>
              <a:ext cx="271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156" name="Google Shape;156;p14"/>
            <p:cNvCxnSpPr>
              <a:stCxn id="152" idx="3"/>
              <a:endCxn id="153" idx="1"/>
            </p:cNvCxnSpPr>
            <p:nvPr/>
          </p:nvCxnSpPr>
          <p:spPr>
            <a:xfrm>
              <a:off x="4484345" y="3934043"/>
              <a:ext cx="26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cxnSp>
        <p:nvCxnSpPr>
          <p:cNvPr id="157" name="Google Shape;157;p14"/>
          <p:cNvCxnSpPr>
            <a:stCxn id="153" idx="3"/>
            <a:endCxn id="150" idx="1"/>
          </p:cNvCxnSpPr>
          <p:nvPr/>
        </p:nvCxnSpPr>
        <p:spPr>
          <a:xfrm flipH="1">
            <a:off x="2088949" y="3934043"/>
            <a:ext cx="3280800" cy="5100"/>
          </a:xfrm>
          <a:prstGeom prst="bentConnector5">
            <a:avLst>
              <a:gd fmla="val -6968" name="adj1"/>
              <a:gd fmla="val 8586902" name="adj2"/>
              <a:gd fmla="val 106972" name="adj3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8" name="Google Shape;158;p14"/>
          <p:cNvSpPr/>
          <p:nvPr/>
        </p:nvSpPr>
        <p:spPr>
          <a:xfrm>
            <a:off x="2097737" y="5059080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2974954" y="5059080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3870002" y="5053883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4755406" y="5053883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506885" y="1711395"/>
            <a:ext cx="5553243" cy="1429738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63" name="Google Shape;163;p14"/>
          <p:cNvCxnSpPr/>
          <p:nvPr/>
        </p:nvCxnSpPr>
        <p:spPr>
          <a:xfrm>
            <a:off x="2720996" y="5233995"/>
            <a:ext cx="245042" cy="47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4" name="Google Shape;164;p14"/>
          <p:cNvCxnSpPr/>
          <p:nvPr/>
        </p:nvCxnSpPr>
        <p:spPr>
          <a:xfrm rot="10800000">
            <a:off x="2720996" y="5314945"/>
            <a:ext cx="2450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5" name="Google Shape;165;p14"/>
          <p:cNvCxnSpPr/>
          <p:nvPr/>
        </p:nvCxnSpPr>
        <p:spPr>
          <a:xfrm>
            <a:off x="3611281" y="5219714"/>
            <a:ext cx="245042" cy="47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6" name="Google Shape;166;p14"/>
          <p:cNvCxnSpPr/>
          <p:nvPr/>
        </p:nvCxnSpPr>
        <p:spPr>
          <a:xfrm rot="10800000">
            <a:off x="3611281" y="5300664"/>
            <a:ext cx="2450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7" name="Google Shape;167;p14"/>
          <p:cNvCxnSpPr/>
          <p:nvPr/>
        </p:nvCxnSpPr>
        <p:spPr>
          <a:xfrm>
            <a:off x="4501448" y="5214951"/>
            <a:ext cx="245042" cy="47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8" name="Google Shape;168;p14"/>
          <p:cNvCxnSpPr/>
          <p:nvPr/>
        </p:nvCxnSpPr>
        <p:spPr>
          <a:xfrm rot="10800000">
            <a:off x="4501448" y="5295901"/>
            <a:ext cx="2450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5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174" name="Google Shape;174;p15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175" name="Google Shape;175;p15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176" name="Google Shape;176;p15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77" name="Google Shape;177;p15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78" name="Google Shape;178;p15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179" name="Google Shape;179;p15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180" name="Google Shape;180;p1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181" name="Google Shape;181;p1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2" name="Google Shape;182;p15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3" name="Google Shape;183;p15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4" name="Google Shape;184;p15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85" name="Google Shape;185;p1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6" name="Google Shape;186;p1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87" name="Google Shape;187;p15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88" name="Google Shape;188;p1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89" name="Google Shape;189;p1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190" name="Google Shape;190;p15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191" name="Google Shape;191;p1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192" name="Google Shape;192;p1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193" name="Google Shape;193;p15"/>
              <p:cNvCxnSpPr>
                <a:stCxn id="178" idx="3"/>
                <a:endCxn id="182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194" name="Google Shape;194;p15"/>
              <p:cNvCxnSpPr>
                <a:stCxn id="182" idx="2"/>
                <a:endCxn id="188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195" name="Google Shape;195;p15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96" name="Google Shape;196;p15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97" name="Google Shape;19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연결리스트 #정의</a:t>
            </a:r>
            <a:endParaRPr/>
          </a:p>
        </p:txBody>
      </p:sp>
      <p:sp>
        <p:nvSpPr>
          <p:cNvPr id="198" name="Google Shape;198;p15"/>
          <p:cNvSpPr txBox="1"/>
          <p:nvPr>
            <p:ph idx="1" type="body"/>
          </p:nvPr>
        </p:nvSpPr>
        <p:spPr>
          <a:xfrm>
            <a:off x="838200" y="1825625"/>
            <a:ext cx="10515600" cy="305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자료가 배열과 다르게 연속적이지 않으므로, </a:t>
            </a:r>
            <a:br>
              <a:rPr lang="en-US"/>
            </a:br>
            <a:r>
              <a:rPr lang="en-US"/>
              <a:t>추가 삽입이 간편하다.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처음부터 시작해 검색하므로, 중간과 끝에 있는 자료는 찾는데,</a:t>
            </a:r>
            <a:br>
              <a:rPr lang="en-US"/>
            </a:br>
            <a:r>
              <a:rPr lang="en-US"/>
              <a:t>시간이 걸린다.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노드 다음 노드를 가르킨다.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시작을 항상 가지고 있다.</a:t>
            </a:r>
            <a:endParaRPr/>
          </a:p>
        </p:txBody>
      </p:sp>
      <p:grpSp>
        <p:nvGrpSpPr>
          <p:cNvPr id="199" name="Google Shape;199;p15"/>
          <p:cNvGrpSpPr/>
          <p:nvPr/>
        </p:nvGrpSpPr>
        <p:grpSpPr>
          <a:xfrm>
            <a:off x="1029861" y="4679094"/>
            <a:ext cx="1528796" cy="1745498"/>
            <a:chOff x="996909" y="4679094"/>
            <a:chExt cx="1528796" cy="1745498"/>
          </a:xfrm>
        </p:grpSpPr>
        <p:grpSp>
          <p:nvGrpSpPr>
            <p:cNvPr id="200" name="Google Shape;200;p15"/>
            <p:cNvGrpSpPr/>
            <p:nvPr/>
          </p:nvGrpSpPr>
          <p:grpSpPr>
            <a:xfrm>
              <a:off x="1079290" y="5059232"/>
              <a:ext cx="1446415" cy="1365360"/>
              <a:chOff x="3363359" y="3507971"/>
              <a:chExt cx="1446415" cy="1365360"/>
            </a:xfrm>
          </p:grpSpPr>
          <p:grpSp>
            <p:nvGrpSpPr>
              <p:cNvPr id="201" name="Google Shape;201;p15"/>
              <p:cNvGrpSpPr/>
              <p:nvPr/>
            </p:nvGrpSpPr>
            <p:grpSpPr>
              <a:xfrm>
                <a:off x="3363359" y="3507971"/>
                <a:ext cx="1446415" cy="1030778"/>
                <a:chOff x="1363287" y="3507971"/>
                <a:chExt cx="1446415" cy="1030778"/>
              </a:xfrm>
            </p:grpSpPr>
            <p:sp>
              <p:nvSpPr>
                <p:cNvPr id="202" name="Google Shape;202;p15"/>
                <p:cNvSpPr/>
                <p:nvPr/>
              </p:nvSpPr>
              <p:spPr>
                <a:xfrm>
                  <a:off x="1363287" y="3507971"/>
                  <a:ext cx="1446415" cy="58189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0x01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(노드의 메모리 주소)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03" name="Google Shape;203;p15"/>
                <p:cNvSpPr/>
                <p:nvPr/>
              </p:nvSpPr>
              <p:spPr>
                <a:xfrm>
                  <a:off x="1363287" y="4089862"/>
                  <a:ext cx="1446415" cy="44888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A</a:t>
                  </a:r>
                  <a:br>
                    <a:rPr lang="en-US" sz="18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</a:br>
                  <a:r>
                    <a:rPr lang="en-US" sz="1000">
                      <a:solidFill>
                        <a:srgbClr val="000000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(데이터)</a:t>
                  </a:r>
                  <a:endParaRPr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04" name="Google Shape;204;p15"/>
              <p:cNvSpPr/>
              <p:nvPr/>
            </p:nvSpPr>
            <p:spPr>
              <a:xfrm>
                <a:off x="3363359" y="4538749"/>
                <a:ext cx="1446415" cy="334582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NULL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(다음노드의 주소)</a:t>
                </a:r>
                <a:endParaRPr sz="1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05" name="Google Shape;205;p15"/>
            <p:cNvSpPr txBox="1"/>
            <p:nvPr/>
          </p:nvSpPr>
          <p:spPr>
            <a:xfrm>
              <a:off x="996909" y="4679094"/>
              <a:ext cx="15287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노드</a:t>
              </a:r>
              <a:endParaRPr/>
            </a:p>
          </p:txBody>
        </p:sp>
      </p:grpSp>
      <p:grpSp>
        <p:nvGrpSpPr>
          <p:cNvPr id="206" name="Google Shape;206;p15"/>
          <p:cNvGrpSpPr/>
          <p:nvPr/>
        </p:nvGrpSpPr>
        <p:grpSpPr>
          <a:xfrm>
            <a:off x="3131900" y="4677753"/>
            <a:ext cx="1530932" cy="1412257"/>
            <a:chOff x="3098948" y="4677753"/>
            <a:chExt cx="1530932" cy="1412257"/>
          </a:xfrm>
        </p:grpSpPr>
        <p:grpSp>
          <p:nvGrpSpPr>
            <p:cNvPr id="207" name="Google Shape;207;p15"/>
            <p:cNvGrpSpPr/>
            <p:nvPr/>
          </p:nvGrpSpPr>
          <p:grpSpPr>
            <a:xfrm>
              <a:off x="3183465" y="5059232"/>
              <a:ext cx="1446415" cy="1030778"/>
              <a:chOff x="1363287" y="3507971"/>
              <a:chExt cx="1446415" cy="1030778"/>
            </a:xfrm>
          </p:grpSpPr>
          <p:sp>
            <p:nvSpPr>
              <p:cNvPr id="208" name="Google Shape;208;p15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Begin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(변수명)</a:t>
                </a:r>
                <a:endParaRPr sz="10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NULL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(첫노드 주소)</a:t>
                </a:r>
                <a:endParaRPr sz="10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10" name="Google Shape;210;p15"/>
            <p:cNvSpPr txBox="1"/>
            <p:nvPr/>
          </p:nvSpPr>
          <p:spPr>
            <a:xfrm>
              <a:off x="3098948" y="4677753"/>
              <a:ext cx="15309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시작</a:t>
              </a:r>
              <a:endParaRPr/>
            </a:p>
          </p:txBody>
        </p:sp>
      </p:grpSp>
      <p:sp>
        <p:nvSpPr>
          <p:cNvPr id="211" name="Google Shape;211;p15"/>
          <p:cNvSpPr txBox="1"/>
          <p:nvPr/>
        </p:nvSpPr>
        <p:spPr>
          <a:xfrm>
            <a:off x="1545439" y="4700233"/>
            <a:ext cx="11483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-구조체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3695729" y="4682208"/>
            <a:ext cx="124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-포인터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6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18" name="Google Shape;218;p16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219" name="Google Shape;219;p16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220" name="Google Shape;220;p16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21" name="Google Shape;221;p16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22" name="Google Shape;222;p16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23" name="Google Shape;223;p16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224" name="Google Shape;224;p16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225" name="Google Shape;225;p16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6" name="Google Shape;226;p1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27" name="Google Shape;227;p16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28" name="Google Shape;228;p1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29" name="Google Shape;229;p1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0" name="Google Shape;230;p1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31" name="Google Shape;231;p16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32" name="Google Shape;232;p1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3" name="Google Shape;233;p1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34" name="Google Shape;234;p16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35" name="Google Shape;235;p1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36" name="Google Shape;236;p1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237" name="Google Shape;237;p16"/>
              <p:cNvCxnSpPr>
                <a:stCxn id="222" idx="3"/>
                <a:endCxn id="226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238" name="Google Shape;238;p16"/>
              <p:cNvCxnSpPr>
                <a:stCxn id="226" idx="2"/>
                <a:endCxn id="232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239" name="Google Shape;239;p16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40" name="Google Shape;240;p16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1" name="Google Shape;24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연결리스트 #학습목표</a:t>
            </a:r>
            <a:endParaRPr/>
          </a:p>
        </p:txBody>
      </p:sp>
      <p:sp>
        <p:nvSpPr>
          <p:cNvPr id="242" name="Google Shape;242;p16"/>
          <p:cNvSpPr txBox="1"/>
          <p:nvPr>
            <p:ph idx="1" type="body"/>
          </p:nvPr>
        </p:nvSpPr>
        <p:spPr>
          <a:xfrm>
            <a:off x="838199" y="1825625"/>
            <a:ext cx="10888133" cy="2449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다음 단일 연결리스트 소스를 정상적으로 작동하게 만들어 볼 것!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구현순서는 다음 내용에 해당하는 순서 대로 진행해야 차례대로 확인인 가능하다.(확인용 출력기능은 구현되어있다)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반드시, 다운로드 받아 슬라이드쇼로 애니메이션 실행해 볼 것!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연결리스트를 만들며, C문법 자연스럽게 이해 할 수 있다!</a:t>
            </a:r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>
            <a:off x="1253303" y="4690557"/>
            <a:ext cx="1214694" cy="1320800"/>
            <a:chOff x="9182373" y="4961467"/>
            <a:chExt cx="1214694" cy="1320800"/>
          </a:xfrm>
        </p:grpSpPr>
        <p:sp>
          <p:nvSpPr>
            <p:cNvPr id="244" name="Google Shape;244;p16">
              <a:hlinkClick r:id="rId3"/>
            </p:cNvPr>
            <p:cNvSpPr/>
            <p:nvPr/>
          </p:nvSpPr>
          <p:spPr>
            <a:xfrm>
              <a:off x="9182373" y="4961467"/>
              <a:ext cx="1214694" cy="1016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9182373" y="6087533"/>
              <a:ext cx="1214694" cy="194734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6" name="Google Shape;246;p16"/>
          <p:cNvSpPr/>
          <p:nvPr/>
        </p:nvSpPr>
        <p:spPr>
          <a:xfrm>
            <a:off x="1860650" y="4119055"/>
            <a:ext cx="1524000" cy="770467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예제 </a:t>
            </a:r>
            <a:br>
              <a:rPr lang="en-US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다운로드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6233530" y="4889521"/>
            <a:ext cx="5137203" cy="1731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심화문제 #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1.해당 코드에 존재하는 버그 찾아 고치기!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2.환형,이중연결리스트 구현하기!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3.연결리스트 뒤집기 구현하기!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253" name="Google Shape;253;p17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254" name="Google Shape;254;p17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255" name="Google Shape;255;p17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6" name="Google Shape;256;p17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57" name="Google Shape;257;p17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258" name="Google Shape;258;p17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259" name="Google Shape;259;p17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260" name="Google Shape;260;p17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1" name="Google Shape;261;p17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2" name="Google Shape;262;p1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63" name="Google Shape;263;p17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64" name="Google Shape;264;p1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5" name="Google Shape;265;p1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66" name="Google Shape;266;p1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67" name="Google Shape;267;p1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68" name="Google Shape;268;p1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269" name="Google Shape;269;p17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270" name="Google Shape;270;p1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271" name="Google Shape;271;p1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272" name="Google Shape;272;p17"/>
              <p:cNvCxnSpPr>
                <a:stCxn id="257" idx="3"/>
                <a:endCxn id="261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273" name="Google Shape;273;p17"/>
              <p:cNvCxnSpPr>
                <a:stCxn id="261" idx="2"/>
                <a:endCxn id="267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274" name="Google Shape;274;p17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75" name="Google Shape;275;p17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6" name="Google Shape;27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 리스트 #추가</a:t>
            </a:r>
            <a:endParaRPr/>
          </a:p>
        </p:txBody>
      </p:sp>
      <p:sp>
        <p:nvSpPr>
          <p:cNvPr id="277" name="Google Shape;277;p17"/>
          <p:cNvSpPr txBox="1"/>
          <p:nvPr>
            <p:ph idx="1" type="body"/>
          </p:nvPr>
        </p:nvSpPr>
        <p:spPr>
          <a:xfrm>
            <a:off x="838200" y="1728330"/>
            <a:ext cx="10515600" cy="1768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자료를 리스트에 추가하기 위한 기능. </a:t>
            </a:r>
            <a:br>
              <a:rPr lang="en-US"/>
            </a:br>
            <a:r>
              <a:rPr lang="en-US"/>
              <a:t>이전의 데이터의 연결기능도 포함한다.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첫번째를 가리키는 값(Begin)을 항상 가지고 있어야한다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각 노드는 다음 노드의 주소 값을 가지고 있다.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278" name="Google Shape;278;p17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279" name="Google Shape;279;p17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81" name="Google Shape;281;p17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282" name="Google Shape;282;p17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283" name="Google Shape;283;p17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85" name="Google Shape;285;p17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86" name="Google Shape;286;p17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287" name="Google Shape;287;p17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288" name="Google Shape;288;p17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0x02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90" name="Google Shape;290;p17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1" name="Google Shape;291;p17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292" name="Google Shape;292;p17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293" name="Google Shape;293;p17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4" name="Google Shape;294;p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95" name="Google Shape;295;p17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96" name="Google Shape;296;p17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297" name="Google Shape;297;p17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298" name="Google Shape;298;p17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0x04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9" name="Google Shape;299;p17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00" name="Google Shape;300;p17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01" name="Google Shape;301;p17"/>
          <p:cNvCxnSpPr>
            <a:stCxn id="280" idx="3"/>
            <a:endCxn id="283" idx="1"/>
          </p:cNvCxnSpPr>
          <p:nvPr/>
        </p:nvCxnSpPr>
        <p:spPr>
          <a:xfrm flipH="1" rot="10800000">
            <a:off x="2842952" y="3798831"/>
            <a:ext cx="520500" cy="665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2" name="Google Shape;302;p17"/>
          <p:cNvCxnSpPr>
            <a:stCxn id="285" idx="3"/>
            <a:endCxn id="288" idx="1"/>
          </p:cNvCxnSpPr>
          <p:nvPr/>
        </p:nvCxnSpPr>
        <p:spPr>
          <a:xfrm flipH="1" rot="10800000">
            <a:off x="4809774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3" name="Google Shape;303;p17"/>
          <p:cNvCxnSpPr>
            <a:stCxn id="290" idx="3"/>
            <a:endCxn id="293" idx="1"/>
          </p:cNvCxnSpPr>
          <p:nvPr/>
        </p:nvCxnSpPr>
        <p:spPr>
          <a:xfrm flipH="1" rot="10800000">
            <a:off x="6608094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04" name="Google Shape;304;p17"/>
          <p:cNvCxnSpPr>
            <a:stCxn id="295" idx="3"/>
            <a:endCxn id="298" idx="1"/>
          </p:cNvCxnSpPr>
          <p:nvPr/>
        </p:nvCxnSpPr>
        <p:spPr>
          <a:xfrm flipH="1" rot="10800000">
            <a:off x="8387127" y="3798878"/>
            <a:ext cx="307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05" name="Google Shape;305;p17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0x02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5161678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0x03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6940711" y="4538749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0x04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395319" y="4239487"/>
            <a:ext cx="1446415" cy="4488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0x01</a:t>
            </a:r>
            <a:endParaRPr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435088" y="5154396"/>
            <a:ext cx="7362711" cy="10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새로운 노드 추가시에 이전값과 연결하려면 알아야 할 것은?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-&gt;마지막으로 생성된 노드!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8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315" name="Google Shape;315;p18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16" name="Google Shape;316;p18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317" name="Google Shape;317;p18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18" name="Google Shape;318;p18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19" name="Google Shape;319;p18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320" name="Google Shape;320;p18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21" name="Google Shape;321;p18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322" name="Google Shape;322;p18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23" name="Google Shape;323;p18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24" name="Google Shape;324;p18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25" name="Google Shape;325;p18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26" name="Google Shape;326;p18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27" name="Google Shape;327;p18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28" name="Google Shape;328;p18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29" name="Google Shape;329;p18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30" name="Google Shape;330;p18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31" name="Google Shape;331;p18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32" name="Google Shape;332;p18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33" name="Google Shape;333;p18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334" name="Google Shape;334;p18"/>
              <p:cNvCxnSpPr>
                <a:stCxn id="319" idx="3"/>
                <a:endCxn id="323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335" name="Google Shape;335;p18"/>
              <p:cNvCxnSpPr>
                <a:stCxn id="323" idx="2"/>
                <a:endCxn id="329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336" name="Google Shape;336;p18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37" name="Google Shape;337;p18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38" name="Google Shape;3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 리스트 #검색</a:t>
            </a:r>
            <a:endParaRPr/>
          </a:p>
        </p:txBody>
      </p:sp>
      <p:sp>
        <p:nvSpPr>
          <p:cNvPr id="339" name="Google Shape;339;p18"/>
          <p:cNvSpPr txBox="1"/>
          <p:nvPr>
            <p:ph idx="1" type="body"/>
          </p:nvPr>
        </p:nvSpPr>
        <p:spPr>
          <a:xfrm>
            <a:off x="838200" y="1825625"/>
            <a:ext cx="10515600" cy="1434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특정 검색한 자료의 노드를 반환한다.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연결리스트에서 “D”를 검색하기</a:t>
            </a:r>
            <a:endParaRPr/>
          </a:p>
        </p:txBody>
      </p:sp>
      <p:grpSp>
        <p:nvGrpSpPr>
          <p:cNvPr id="340" name="Google Shape;340;p18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341" name="Google Shape;341;p18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43" name="Google Shape;343;p18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344" name="Google Shape;344;p18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345" name="Google Shape;345;p18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47" name="Google Shape;347;p18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48" name="Google Shape;348;p18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349" name="Google Shape;349;p18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350" name="Google Shape;350;p18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0x02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52" name="Google Shape;352;p18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3" name="Google Shape;353;p18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354" name="Google Shape;354;p18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355" name="Google Shape;355;p18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57" name="Google Shape;357;p18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58" name="Google Shape;358;p18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359" name="Google Shape;359;p18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360" name="Google Shape;360;p18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0x04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362" name="Google Shape;362;p18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363" name="Google Shape;363;p18"/>
          <p:cNvCxnSpPr>
            <a:stCxn id="342" idx="3"/>
            <a:endCxn id="345" idx="1"/>
          </p:cNvCxnSpPr>
          <p:nvPr/>
        </p:nvCxnSpPr>
        <p:spPr>
          <a:xfrm flipH="1" rot="10800000">
            <a:off x="2842952" y="3798831"/>
            <a:ext cx="520500" cy="665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4" name="Google Shape;364;p18"/>
          <p:cNvCxnSpPr>
            <a:stCxn id="347" idx="3"/>
            <a:endCxn id="350" idx="1"/>
          </p:cNvCxnSpPr>
          <p:nvPr/>
        </p:nvCxnSpPr>
        <p:spPr>
          <a:xfrm flipH="1" rot="10800000">
            <a:off x="4809774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5" name="Google Shape;365;p18"/>
          <p:cNvCxnSpPr>
            <a:stCxn id="352" idx="3"/>
            <a:endCxn id="355" idx="1"/>
          </p:cNvCxnSpPr>
          <p:nvPr/>
        </p:nvCxnSpPr>
        <p:spPr>
          <a:xfrm flipH="1" rot="10800000">
            <a:off x="6608094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66" name="Google Shape;366;p18"/>
          <p:cNvCxnSpPr>
            <a:stCxn id="357" idx="3"/>
            <a:endCxn id="360" idx="1"/>
          </p:cNvCxnSpPr>
          <p:nvPr/>
        </p:nvCxnSpPr>
        <p:spPr>
          <a:xfrm flipH="1" rot="10800000">
            <a:off x="8387127" y="3798878"/>
            <a:ext cx="307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67" name="Google Shape;367;p18"/>
          <p:cNvSpPr/>
          <p:nvPr/>
        </p:nvSpPr>
        <p:spPr>
          <a:xfrm>
            <a:off x="2814718" y="3857101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#D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643918" y="3890352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#D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6502385" y="3923604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#D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p18"/>
          <p:cNvSpPr/>
          <p:nvPr/>
        </p:nvSpPr>
        <p:spPr>
          <a:xfrm>
            <a:off x="8280965" y="3906978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#D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8540738" y="3358343"/>
            <a:ext cx="1744811" cy="172073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검색완료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0x02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5161678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0x03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6940711" y="4538749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0x04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435089" y="5154396"/>
            <a:ext cx="7090776" cy="1069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노드로 이동하기위해 필요한 값은?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-&gt;현재 노드가 가진 다음 노드의 값!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19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381" name="Google Shape;381;p19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382" name="Google Shape;382;p19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383" name="Google Shape;383;p19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84" name="Google Shape;384;p19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85" name="Google Shape;385;p19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386" name="Google Shape;386;p19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387" name="Google Shape;387;p19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388" name="Google Shape;388;p19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89" name="Google Shape;389;p19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90" name="Google Shape;390;p19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91" name="Google Shape;391;p19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92" name="Google Shape;392;p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93" name="Google Shape;393;p19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94" name="Google Shape;394;p19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95" name="Google Shape;395;p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96" name="Google Shape;396;p19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397" name="Google Shape;397;p19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398" name="Google Shape;398;p19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399" name="Google Shape;399;p19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400" name="Google Shape;400;p19"/>
              <p:cNvCxnSpPr>
                <a:stCxn id="385" idx="3"/>
                <a:endCxn id="389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401" name="Google Shape;401;p19"/>
              <p:cNvCxnSpPr>
                <a:stCxn id="389" idx="2"/>
                <a:endCxn id="395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402" name="Google Shape;402;p19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03" name="Google Shape;403;p19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04" name="Google Shape;40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 리스트 #중간삽입</a:t>
            </a:r>
            <a:endParaRPr/>
          </a:p>
        </p:txBody>
      </p:sp>
      <p:grpSp>
        <p:nvGrpSpPr>
          <p:cNvPr id="405" name="Google Shape;405;p19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406" name="Google Shape;406;p19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7" name="Google Shape;407;p19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08" name="Google Shape;408;p19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409" name="Google Shape;409;p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10" name="Google Shape;410;p19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12" name="Google Shape;412;p19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0x02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13" name="Google Shape;413;p19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414" name="Google Shape;414;p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0x02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17" name="Google Shape;417;p19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0x02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18" name="Google Shape;418;p19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419" name="Google Shape;419;p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20" name="Google Shape;420;p19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22" name="Google Shape;422;p19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0x04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23" name="Google Shape;423;p19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424" name="Google Shape;424;p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25" name="Google Shape;425;p19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0x04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27" name="Google Shape;427;p19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28" name="Google Shape;428;p19"/>
          <p:cNvCxnSpPr>
            <a:stCxn id="407" idx="3"/>
            <a:endCxn id="410" idx="1"/>
          </p:cNvCxnSpPr>
          <p:nvPr/>
        </p:nvCxnSpPr>
        <p:spPr>
          <a:xfrm flipH="1" rot="10800000">
            <a:off x="2842952" y="3798831"/>
            <a:ext cx="520500" cy="665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29" name="Google Shape;429;p19"/>
          <p:cNvCxnSpPr>
            <a:stCxn id="412" idx="3"/>
            <a:endCxn id="415" idx="1"/>
          </p:cNvCxnSpPr>
          <p:nvPr/>
        </p:nvCxnSpPr>
        <p:spPr>
          <a:xfrm flipH="1" rot="10800000">
            <a:off x="4809774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30" name="Google Shape;430;p19"/>
          <p:cNvCxnSpPr>
            <a:stCxn id="417" idx="3"/>
            <a:endCxn id="420" idx="1"/>
          </p:cNvCxnSpPr>
          <p:nvPr/>
        </p:nvCxnSpPr>
        <p:spPr>
          <a:xfrm flipH="1" rot="10800000">
            <a:off x="6608094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31" name="Google Shape;431;p19"/>
          <p:cNvCxnSpPr>
            <a:stCxn id="422" idx="3"/>
            <a:endCxn id="425" idx="1"/>
          </p:cNvCxnSpPr>
          <p:nvPr/>
        </p:nvCxnSpPr>
        <p:spPr>
          <a:xfrm flipH="1" rot="10800000">
            <a:off x="8387127" y="3798878"/>
            <a:ext cx="307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432" name="Google Shape;432;p19"/>
          <p:cNvGrpSpPr/>
          <p:nvPr/>
        </p:nvGrpSpPr>
        <p:grpSpPr>
          <a:xfrm>
            <a:off x="6079450" y="5270272"/>
            <a:ext cx="1446415" cy="1330036"/>
            <a:chOff x="3363359" y="3507971"/>
            <a:chExt cx="1446415" cy="1330036"/>
          </a:xfrm>
        </p:grpSpPr>
        <p:grpSp>
          <p:nvGrpSpPr>
            <p:cNvPr id="433" name="Google Shape;433;p19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34" name="Google Shape;434;p19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0x05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E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36" name="Google Shape;436;p19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437" name="Google Shape;437;p19"/>
          <p:cNvCxnSpPr>
            <a:stCxn id="417" idx="2"/>
            <a:endCxn id="434" idx="1"/>
          </p:cNvCxnSpPr>
          <p:nvPr/>
        </p:nvCxnSpPr>
        <p:spPr>
          <a:xfrm flipH="1" rot="-5400000">
            <a:off x="5620587" y="5102307"/>
            <a:ext cx="723300" cy="1947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38" name="Google Shape;438;p19"/>
          <p:cNvCxnSpPr>
            <a:stCxn id="436" idx="3"/>
            <a:endCxn id="420" idx="1"/>
          </p:cNvCxnSpPr>
          <p:nvPr/>
        </p:nvCxnSpPr>
        <p:spPr>
          <a:xfrm rot="10800000">
            <a:off x="6940565" y="3798979"/>
            <a:ext cx="585300" cy="2651700"/>
          </a:xfrm>
          <a:prstGeom prst="bentConnector5">
            <a:avLst>
              <a:gd fmla="val -39057" name="adj1"/>
              <a:gd fmla="val 52665" name="adj2"/>
              <a:gd fmla="val 130510" name="adj3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39" name="Google Shape;439;p19"/>
          <p:cNvSpPr/>
          <p:nvPr/>
        </p:nvSpPr>
        <p:spPr>
          <a:xfrm>
            <a:off x="6079450" y="6301050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0x03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19"/>
          <p:cNvSpPr txBox="1"/>
          <p:nvPr>
            <p:ph idx="1" type="body"/>
          </p:nvPr>
        </p:nvSpPr>
        <p:spPr>
          <a:xfrm>
            <a:off x="838200" y="1825625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삽입할 “B”를 찾는다.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 txBox="1"/>
          <p:nvPr/>
        </p:nvSpPr>
        <p:spPr>
          <a:xfrm>
            <a:off x="838200" y="2824740"/>
            <a:ext cx="4242803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“E”와 “C”에 연결을 하고,</a:t>
            </a:r>
            <a:endParaRPr/>
          </a:p>
        </p:txBody>
      </p:sp>
      <p:sp>
        <p:nvSpPr>
          <p:cNvPr id="442" name="Google Shape;442;p19"/>
          <p:cNvSpPr txBox="1"/>
          <p:nvPr/>
        </p:nvSpPr>
        <p:spPr>
          <a:xfrm>
            <a:off x="838201" y="2335442"/>
            <a:ext cx="4423756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5161678" y="4538747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NULL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4" name="Google Shape;444;p19"/>
          <p:cNvSpPr txBox="1"/>
          <p:nvPr/>
        </p:nvSpPr>
        <p:spPr>
          <a:xfrm>
            <a:off x="5050116" y="2780637"/>
            <a:ext cx="3337011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“B”에 “E”를 잇는다.</a:t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5161678" y="4538747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0x03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161677" y="4543108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0x05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p19"/>
          <p:cNvSpPr txBox="1"/>
          <p:nvPr/>
        </p:nvSpPr>
        <p:spPr>
          <a:xfrm>
            <a:off x="838276" y="2326845"/>
            <a:ext cx="3733725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“E”노드를 생성한다.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2814718" y="3857101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#B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4675902" y="3848792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#B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5012478" y="3325095"/>
            <a:ext cx="1744811" cy="172073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검색완료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838276" y="1383282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특정데이터를 가진 노드의 뒤에 새로운 노드를 추가한다.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20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457" name="Google Shape;457;p20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458" name="Google Shape;458;p20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459" name="Google Shape;459;p20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460" name="Google Shape;460;p20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461" name="Google Shape;461;p20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462" name="Google Shape;462;p20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463" name="Google Shape;463;p20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464" name="Google Shape;464;p20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465" name="Google Shape;465;p20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466" name="Google Shape;466;p20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467" name="Google Shape;467;p20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68" name="Google Shape;468;p20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469" name="Google Shape;469;p2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470" name="Google Shape;470;p20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71" name="Google Shape;471;p20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472" name="Google Shape;472;p2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473" name="Google Shape;473;p20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474" name="Google Shape;474;p20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475" name="Google Shape;475;p20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476" name="Google Shape;476;p20"/>
              <p:cNvCxnSpPr>
                <a:stCxn id="461" idx="3"/>
                <a:endCxn id="465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477" name="Google Shape;477;p20"/>
              <p:cNvCxnSpPr>
                <a:stCxn id="465" idx="2"/>
                <a:endCxn id="471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478" name="Google Shape;478;p20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79" name="Google Shape;479;p20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80" name="Google Shape;48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 리스트 #삭제</a:t>
            </a:r>
            <a:endParaRPr/>
          </a:p>
        </p:txBody>
      </p:sp>
      <p:grpSp>
        <p:nvGrpSpPr>
          <p:cNvPr id="481" name="Google Shape;481;p20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482" name="Google Shape;482;p20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84" name="Google Shape;484;p20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485" name="Google Shape;485;p2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86" name="Google Shape;486;p20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88" name="Google Shape;488;p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89" name="Google Shape;489;p20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490" name="Google Shape;490;p2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91" name="Google Shape;491;p20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0x02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93" name="Google Shape;493;p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0x02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94" name="Google Shape;494;p20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495" name="Google Shape;495;p2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496" name="Google Shape;496;p20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498" name="Google Shape;498;p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0x04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499" name="Google Shape;499;p20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500" name="Google Shape;500;p20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501" name="Google Shape;501;p20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0x04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2" name="Google Shape;502;p20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03" name="Google Shape;503;p20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04" name="Google Shape;504;p20"/>
          <p:cNvCxnSpPr>
            <a:stCxn id="483" idx="3"/>
            <a:endCxn id="486" idx="1"/>
          </p:cNvCxnSpPr>
          <p:nvPr/>
        </p:nvCxnSpPr>
        <p:spPr>
          <a:xfrm flipH="1" rot="10800000">
            <a:off x="2842952" y="3798831"/>
            <a:ext cx="520500" cy="665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5" name="Google Shape;505;p20"/>
          <p:cNvCxnSpPr>
            <a:stCxn id="488" idx="3"/>
            <a:endCxn id="491" idx="1"/>
          </p:cNvCxnSpPr>
          <p:nvPr/>
        </p:nvCxnSpPr>
        <p:spPr>
          <a:xfrm flipH="1" rot="10800000">
            <a:off x="4809774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6" name="Google Shape;506;p20"/>
          <p:cNvCxnSpPr>
            <a:stCxn id="493" idx="3"/>
            <a:endCxn id="496" idx="1"/>
          </p:cNvCxnSpPr>
          <p:nvPr/>
        </p:nvCxnSpPr>
        <p:spPr>
          <a:xfrm flipH="1" rot="10800000">
            <a:off x="6608094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07" name="Google Shape;507;p20"/>
          <p:cNvCxnSpPr>
            <a:stCxn id="498" idx="3"/>
            <a:endCxn id="501" idx="1"/>
          </p:cNvCxnSpPr>
          <p:nvPr/>
        </p:nvCxnSpPr>
        <p:spPr>
          <a:xfrm flipH="1" rot="10800000">
            <a:off x="8387127" y="3798878"/>
            <a:ext cx="307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08" name="Google Shape;508;p20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0x02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9" name="Google Shape;509;p20"/>
          <p:cNvSpPr txBox="1"/>
          <p:nvPr>
            <p:ph idx="1" type="body"/>
          </p:nvPr>
        </p:nvSpPr>
        <p:spPr>
          <a:xfrm>
            <a:off x="838200" y="1994965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연결리스트에서 “C”를 검색한다.</a:t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2814718" y="3857101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#C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p20"/>
          <p:cNvSpPr/>
          <p:nvPr/>
        </p:nvSpPr>
        <p:spPr>
          <a:xfrm>
            <a:off x="4738961" y="3840472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#C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6489956" y="3848785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#C</a:t>
            </a:r>
            <a:endParaRPr sz="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6795927" y="3304306"/>
            <a:ext cx="1744811" cy="1720734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검색완료</a:t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6795927" y="3304228"/>
            <a:ext cx="1744811" cy="1720734"/>
          </a:xfrm>
          <a:prstGeom prst="rect">
            <a:avLst/>
          </a:prstGeom>
          <a:solidFill>
            <a:schemeClr val="lt1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5161678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0x03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5161677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0x04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517" name="Google Shape;517;p20"/>
          <p:cNvCxnSpPr>
            <a:stCxn id="516" idx="3"/>
            <a:endCxn id="501" idx="1"/>
          </p:cNvCxnSpPr>
          <p:nvPr/>
        </p:nvCxnSpPr>
        <p:spPr>
          <a:xfrm flipH="1" rot="10800000">
            <a:off x="6608092" y="3798872"/>
            <a:ext cx="2086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18" name="Google Shape;518;p20"/>
          <p:cNvSpPr txBox="1"/>
          <p:nvPr/>
        </p:nvSpPr>
        <p:spPr>
          <a:xfrm>
            <a:off x="838200" y="2994080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“C”노드를 삭제한다.</a:t>
            </a:r>
            <a:endParaRPr/>
          </a:p>
        </p:txBody>
      </p:sp>
      <p:sp>
        <p:nvSpPr>
          <p:cNvPr id="519" name="Google Shape;519;p20"/>
          <p:cNvSpPr txBox="1"/>
          <p:nvPr/>
        </p:nvSpPr>
        <p:spPr>
          <a:xfrm>
            <a:off x="838200" y="2504782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“B”와 “D”를 연결한다.</a:t>
            </a:r>
            <a:endParaRPr/>
          </a:p>
        </p:txBody>
      </p:sp>
      <p:sp>
        <p:nvSpPr>
          <p:cNvPr id="520" name="Google Shape;520;p20"/>
          <p:cNvSpPr txBox="1"/>
          <p:nvPr/>
        </p:nvSpPr>
        <p:spPr>
          <a:xfrm>
            <a:off x="435089" y="5154395"/>
            <a:ext cx="7090776" cy="1560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C를 찾았을때, B와 D사이를 연결하기 위해 필요한 것은?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-&gt;이전 노드(B)의 값!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이전의 값을 알기 위해서는 어떻게 해야하는가?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-&gt;검색하며 이동하는 중 이전노드를 저장해야한다.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20"/>
          <p:cNvSpPr txBox="1"/>
          <p:nvPr/>
        </p:nvSpPr>
        <p:spPr>
          <a:xfrm>
            <a:off x="839215" y="1507772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값을 가진 노드를 삭제한다.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1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527" name="Google Shape;527;p21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528" name="Google Shape;528;p21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529" name="Google Shape;529;p21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30" name="Google Shape;530;p21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31" name="Google Shape;531;p21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532" name="Google Shape;532;p21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533" name="Google Shape;533;p21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534" name="Google Shape;534;p21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35" name="Google Shape;535;p21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36" name="Google Shape;536;p21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37" name="Google Shape;537;p21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538" name="Google Shape;538;p2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39" name="Google Shape;539;p21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40" name="Google Shape;540;p21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541" name="Google Shape;541;p2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42" name="Google Shape;542;p21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43" name="Google Shape;543;p21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544" name="Google Shape;544;p21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45" name="Google Shape;545;p21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546" name="Google Shape;546;p21"/>
              <p:cNvCxnSpPr>
                <a:stCxn id="531" idx="3"/>
                <a:endCxn id="535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547" name="Google Shape;547;p21"/>
              <p:cNvCxnSpPr>
                <a:stCxn id="535" idx="2"/>
                <a:endCxn id="541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548" name="Google Shape;548;p21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49" name="Google Shape;549;p21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50" name="Google Shape;5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 리스트 #연결리스트 삭제</a:t>
            </a:r>
            <a:endParaRPr/>
          </a:p>
        </p:txBody>
      </p:sp>
      <p:sp>
        <p:nvSpPr>
          <p:cNvPr id="551" name="Google Shape;551;p21"/>
          <p:cNvSpPr txBox="1"/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연결리스트의 노드를 삭제하기.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이전에 했던 내용이 제대로 숙지 할것!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지금까지 절차대로 문제없이 진행해왔다면 충분히 할 수 있음!</a:t>
            </a:r>
            <a:endParaRPr/>
          </a:p>
        </p:txBody>
      </p:sp>
      <p:grpSp>
        <p:nvGrpSpPr>
          <p:cNvPr id="552" name="Google Shape;552;p21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553" name="Google Shape;553;p21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4" name="Google Shape;554;p21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55" name="Google Shape;555;p21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556" name="Google Shape;556;p21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557" name="Google Shape;557;p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58" name="Google Shape;558;p21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59" name="Google Shape;559;p21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0x02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0" name="Google Shape;560;p21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561" name="Google Shape;561;p21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562" name="Google Shape;562;p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0x02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63" name="Google Shape;563;p21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64" name="Google Shape;564;p21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0x03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5" name="Google Shape;565;p21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566" name="Google Shape;566;p21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567" name="Google Shape;567;p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68" name="Google Shape;568;p21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69" name="Google Shape;569;p21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0x04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70" name="Google Shape;570;p21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571" name="Google Shape;571;p21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572" name="Google Shape;572;p21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0x04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73" name="Google Shape;573;p21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74" name="Google Shape;574;p21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575" name="Google Shape;575;p21"/>
          <p:cNvCxnSpPr>
            <a:stCxn id="554" idx="3"/>
            <a:endCxn id="557" idx="1"/>
          </p:cNvCxnSpPr>
          <p:nvPr/>
        </p:nvCxnSpPr>
        <p:spPr>
          <a:xfrm flipH="1" rot="10800000">
            <a:off x="2842952" y="3798831"/>
            <a:ext cx="520500" cy="665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76" name="Google Shape;576;p21"/>
          <p:cNvCxnSpPr>
            <a:stCxn id="559" idx="3"/>
            <a:endCxn id="562" idx="1"/>
          </p:cNvCxnSpPr>
          <p:nvPr/>
        </p:nvCxnSpPr>
        <p:spPr>
          <a:xfrm flipH="1" rot="10800000">
            <a:off x="4809774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77" name="Google Shape;577;p21"/>
          <p:cNvCxnSpPr>
            <a:stCxn id="564" idx="3"/>
            <a:endCxn id="567" idx="1"/>
          </p:cNvCxnSpPr>
          <p:nvPr/>
        </p:nvCxnSpPr>
        <p:spPr>
          <a:xfrm flipH="1" rot="10800000">
            <a:off x="6608094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578" name="Google Shape;578;p21"/>
          <p:cNvCxnSpPr>
            <a:stCxn id="569" idx="3"/>
            <a:endCxn id="572" idx="1"/>
          </p:cNvCxnSpPr>
          <p:nvPr/>
        </p:nvCxnSpPr>
        <p:spPr>
          <a:xfrm flipH="1" rot="10800000">
            <a:off x="8387127" y="3798878"/>
            <a:ext cx="307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79" name="Google Shape;579;p21"/>
          <p:cNvSpPr txBox="1"/>
          <p:nvPr/>
        </p:nvSpPr>
        <p:spPr>
          <a:xfrm>
            <a:off x="544490" y="5080764"/>
            <a:ext cx="1092752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차근히 그림을 그려가며, 코드를 만들어 볼 것!</a:t>
            </a:r>
            <a:endParaRPr sz="4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1396537" y="4242449"/>
            <a:ext cx="1446415" cy="4488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NULL</a:t>
            </a:r>
            <a:endParaRPr sz="18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22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586" name="Google Shape;586;p22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587" name="Google Shape;587;p22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588" name="Google Shape;588;p22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89" name="Google Shape;589;p22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590" name="Google Shape;590;p22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591" name="Google Shape;591;p22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592" name="Google Shape;592;p22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593" name="Google Shape;593;p22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94" name="Google Shape;594;p22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95" name="Google Shape;595;p22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96" name="Google Shape;596;p22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597" name="Google Shape;597;p22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598" name="Google Shape;598;p2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599" name="Google Shape;599;p22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600" name="Google Shape;600;p22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01" name="Google Shape;601;p2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02" name="Google Shape;602;p22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603" name="Google Shape;603;p22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04" name="Google Shape;604;p22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605" name="Google Shape;605;p22"/>
              <p:cNvCxnSpPr>
                <a:stCxn id="590" idx="3"/>
                <a:endCxn id="59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606" name="Google Shape;606;p22"/>
              <p:cNvCxnSpPr>
                <a:stCxn id="594" idx="2"/>
                <a:endCxn id="60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607" name="Google Shape;607;p22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08" name="Google Shape;608;p22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09" name="Google Shape;60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단일 연결 리스트 #뒤집기</a:t>
            </a:r>
            <a:endParaRPr/>
          </a:p>
        </p:txBody>
      </p:sp>
      <p:grpSp>
        <p:nvGrpSpPr>
          <p:cNvPr id="610" name="Google Shape;610;p22"/>
          <p:cNvGrpSpPr/>
          <p:nvPr/>
        </p:nvGrpSpPr>
        <p:grpSpPr>
          <a:xfrm>
            <a:off x="1396537" y="3657596"/>
            <a:ext cx="1446415" cy="1030778"/>
            <a:chOff x="1363287" y="3507971"/>
            <a:chExt cx="1446415" cy="1030778"/>
          </a:xfrm>
        </p:grpSpPr>
        <p:sp>
          <p:nvSpPr>
            <p:cNvPr id="611" name="Google Shape;611;p22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13" name="Google Shape;613;p22"/>
          <p:cNvGrpSpPr/>
          <p:nvPr/>
        </p:nvGrpSpPr>
        <p:grpSpPr>
          <a:xfrm>
            <a:off x="3363359" y="3507971"/>
            <a:ext cx="1446415" cy="1330036"/>
            <a:chOff x="3363359" y="3507971"/>
            <a:chExt cx="1446415" cy="1330036"/>
          </a:xfrm>
        </p:grpSpPr>
        <p:grpSp>
          <p:nvGrpSpPr>
            <p:cNvPr id="614" name="Google Shape;614;p22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615" name="Google Shape;615;p22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0x01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16" name="Google Shape;616;p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17" name="Google Shape;617;p22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0x01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18" name="Google Shape;618;p22"/>
          <p:cNvGrpSpPr/>
          <p:nvPr/>
        </p:nvGrpSpPr>
        <p:grpSpPr>
          <a:xfrm>
            <a:off x="5161679" y="3507971"/>
            <a:ext cx="1446415" cy="1330036"/>
            <a:chOff x="3363359" y="3507971"/>
            <a:chExt cx="1446415" cy="1330036"/>
          </a:xfrm>
        </p:grpSpPr>
        <p:grpSp>
          <p:nvGrpSpPr>
            <p:cNvPr id="619" name="Google Shape;619;p22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620" name="Google Shape;620;p22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0x02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1" name="Google Shape;621;p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B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22" name="Google Shape;622;p22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0x03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23" name="Google Shape;623;p22"/>
          <p:cNvGrpSpPr/>
          <p:nvPr/>
        </p:nvGrpSpPr>
        <p:grpSpPr>
          <a:xfrm>
            <a:off x="6940712" y="3507971"/>
            <a:ext cx="1446415" cy="1330036"/>
            <a:chOff x="3363359" y="3507971"/>
            <a:chExt cx="1446415" cy="1330036"/>
          </a:xfrm>
        </p:grpSpPr>
        <p:grpSp>
          <p:nvGrpSpPr>
            <p:cNvPr id="624" name="Google Shape;624;p22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625" name="Google Shape;625;p22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0x03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26" name="Google Shape;626;p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C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27" name="Google Shape;627;p22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0x04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28" name="Google Shape;628;p22"/>
          <p:cNvGrpSpPr/>
          <p:nvPr/>
        </p:nvGrpSpPr>
        <p:grpSpPr>
          <a:xfrm>
            <a:off x="8694350" y="3507971"/>
            <a:ext cx="1446415" cy="1330036"/>
            <a:chOff x="3363359" y="3507971"/>
            <a:chExt cx="1446415" cy="1330036"/>
          </a:xfrm>
        </p:grpSpPr>
        <p:grpSp>
          <p:nvGrpSpPr>
            <p:cNvPr id="629" name="Google Shape;629;p22"/>
            <p:cNvGrpSpPr/>
            <p:nvPr/>
          </p:nvGrpSpPr>
          <p:grpSpPr>
            <a:xfrm>
              <a:off x="3363359" y="3507971"/>
              <a:ext cx="1446415" cy="1030778"/>
              <a:chOff x="1363287" y="3507971"/>
              <a:chExt cx="1446415" cy="1030778"/>
            </a:xfrm>
          </p:grpSpPr>
          <p:sp>
            <p:nvSpPr>
              <p:cNvPr id="630" name="Google Shape;630;p22"/>
              <p:cNvSpPr/>
              <p:nvPr/>
            </p:nvSpPr>
            <p:spPr>
              <a:xfrm>
                <a:off x="1363287" y="3507971"/>
                <a:ext cx="1446415" cy="581891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0x04</a:t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31" name="Google Shape;631;p22"/>
              <p:cNvSpPr/>
              <p:nvPr/>
            </p:nvSpPr>
            <p:spPr>
              <a:xfrm>
                <a:off x="1363287" y="4089862"/>
                <a:ext cx="1446415" cy="44888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42719B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D</a:t>
                </a:r>
                <a:endParaRPr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32" name="Google Shape;632;p22"/>
            <p:cNvSpPr/>
            <p:nvPr/>
          </p:nvSpPr>
          <p:spPr>
            <a:xfrm>
              <a:off x="3363359" y="4538749"/>
              <a:ext cx="1446415" cy="29925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NULL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33" name="Google Shape;633;p22"/>
          <p:cNvCxnSpPr>
            <a:stCxn id="612" idx="3"/>
            <a:endCxn id="615" idx="1"/>
          </p:cNvCxnSpPr>
          <p:nvPr/>
        </p:nvCxnSpPr>
        <p:spPr>
          <a:xfrm flipH="1" rot="10800000">
            <a:off x="2842952" y="3798831"/>
            <a:ext cx="520500" cy="6651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34" name="Google Shape;634;p22"/>
          <p:cNvCxnSpPr>
            <a:stCxn id="617" idx="3"/>
            <a:endCxn id="620" idx="1"/>
          </p:cNvCxnSpPr>
          <p:nvPr/>
        </p:nvCxnSpPr>
        <p:spPr>
          <a:xfrm flipH="1" rot="10800000">
            <a:off x="4809774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35" name="Google Shape;635;p22"/>
          <p:cNvCxnSpPr>
            <a:stCxn id="622" idx="3"/>
            <a:endCxn id="625" idx="1"/>
          </p:cNvCxnSpPr>
          <p:nvPr/>
        </p:nvCxnSpPr>
        <p:spPr>
          <a:xfrm flipH="1" rot="10800000">
            <a:off x="6608094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36" name="Google Shape;636;p22"/>
          <p:cNvCxnSpPr>
            <a:stCxn id="627" idx="3"/>
            <a:endCxn id="630" idx="1"/>
          </p:cNvCxnSpPr>
          <p:nvPr/>
        </p:nvCxnSpPr>
        <p:spPr>
          <a:xfrm flipH="1" rot="10800000">
            <a:off x="8387127" y="3798878"/>
            <a:ext cx="3072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637" name="Google Shape;637;p22"/>
          <p:cNvSpPr/>
          <p:nvPr/>
        </p:nvSpPr>
        <p:spPr>
          <a:xfrm>
            <a:off x="3363359" y="453874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0x02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8" name="Google Shape;638;p22"/>
          <p:cNvSpPr txBox="1"/>
          <p:nvPr>
            <p:ph idx="1" type="body"/>
          </p:nvPr>
        </p:nvSpPr>
        <p:spPr>
          <a:xfrm>
            <a:off x="838199" y="1825625"/>
            <a:ext cx="10848975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‘A’는 이전 노드가 없으므로 다음 노드를 연결을 끊는다.</a:t>
            </a: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5161680" y="4536041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0x01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p22"/>
          <p:cNvSpPr txBox="1"/>
          <p:nvPr/>
        </p:nvSpPr>
        <p:spPr>
          <a:xfrm>
            <a:off x="838200" y="2824740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‘D’는 마지막 노드 이므로, 시작값으로 변경해준다.</a:t>
            </a:r>
            <a:endParaRPr/>
          </a:p>
        </p:txBody>
      </p:sp>
      <p:sp>
        <p:nvSpPr>
          <p:cNvPr id="641" name="Google Shape;641;p22"/>
          <p:cNvSpPr txBox="1"/>
          <p:nvPr/>
        </p:nvSpPr>
        <p:spPr>
          <a:xfrm>
            <a:off x="838200" y="2335442"/>
            <a:ext cx="5221928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‘B’와 ‘A’를 연결하고 이동 후, </a:t>
            </a:r>
            <a:endParaRPr/>
          </a:p>
        </p:txBody>
      </p:sp>
      <p:sp>
        <p:nvSpPr>
          <p:cNvPr id="642" name="Google Shape;642;p22"/>
          <p:cNvSpPr/>
          <p:nvPr/>
        </p:nvSpPr>
        <p:spPr>
          <a:xfrm>
            <a:off x="4708983" y="3857101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</a:t>
            </a:r>
            <a:endParaRPr/>
          </a:p>
        </p:txBody>
      </p:sp>
      <p:sp>
        <p:nvSpPr>
          <p:cNvPr id="643" name="Google Shape;643;p22"/>
          <p:cNvSpPr/>
          <p:nvPr/>
        </p:nvSpPr>
        <p:spPr>
          <a:xfrm>
            <a:off x="6442237" y="3857101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</a:t>
            </a:r>
            <a:endParaRPr/>
          </a:p>
        </p:txBody>
      </p:sp>
      <p:sp>
        <p:nvSpPr>
          <p:cNvPr id="644" name="Google Shape;644;p22"/>
          <p:cNvSpPr/>
          <p:nvPr/>
        </p:nvSpPr>
        <p:spPr>
          <a:xfrm>
            <a:off x="8288324" y="3873577"/>
            <a:ext cx="664331" cy="61514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이동</a:t>
            </a:r>
            <a:endParaRPr/>
          </a:p>
        </p:txBody>
      </p:sp>
      <p:sp>
        <p:nvSpPr>
          <p:cNvPr id="645" name="Google Shape;645;p22"/>
          <p:cNvSpPr txBox="1"/>
          <p:nvPr/>
        </p:nvSpPr>
        <p:spPr>
          <a:xfrm>
            <a:off x="5815474" y="2335442"/>
            <a:ext cx="6376526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5702050" y="2330058"/>
            <a:ext cx="5448496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‘C’와 ‘D’도 동일한 작업을 한다. </a:t>
            </a: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3363359" y="4541514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NULL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6940711" y="4537073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0x02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8694349" y="4536041"/>
            <a:ext cx="1446415" cy="29925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0x03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50" name="Google Shape;650;p22"/>
          <p:cNvGrpSpPr/>
          <p:nvPr/>
        </p:nvGrpSpPr>
        <p:grpSpPr>
          <a:xfrm>
            <a:off x="10535342" y="3680621"/>
            <a:ext cx="1446415" cy="1030778"/>
            <a:chOff x="1363287" y="3507971"/>
            <a:chExt cx="1446415" cy="1030778"/>
          </a:xfrm>
        </p:grpSpPr>
        <p:sp>
          <p:nvSpPr>
            <p:cNvPr id="651" name="Google Shape;651;p22"/>
            <p:cNvSpPr/>
            <p:nvPr/>
          </p:nvSpPr>
          <p:spPr>
            <a:xfrm>
              <a:off x="1363287" y="3507971"/>
              <a:ext cx="1446415" cy="581891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Begin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1363287" y="4089862"/>
              <a:ext cx="1446415" cy="44888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0x04</a:t>
              </a:r>
              <a:endParaRPr sz="18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53" name="Google Shape;653;p22"/>
          <p:cNvCxnSpPr>
            <a:stCxn id="622" idx="1"/>
            <a:endCxn id="615" idx="3"/>
          </p:cNvCxnSpPr>
          <p:nvPr/>
        </p:nvCxnSpPr>
        <p:spPr>
          <a:xfrm rot="10800000">
            <a:off x="4809779" y="3798878"/>
            <a:ext cx="3519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54" name="Google Shape;654;p22"/>
          <p:cNvCxnSpPr>
            <a:stCxn id="627" idx="1"/>
            <a:endCxn id="620" idx="3"/>
          </p:cNvCxnSpPr>
          <p:nvPr/>
        </p:nvCxnSpPr>
        <p:spPr>
          <a:xfrm rot="10800000">
            <a:off x="6608012" y="3798878"/>
            <a:ext cx="332700" cy="889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55" name="Google Shape;655;p22"/>
          <p:cNvCxnSpPr>
            <a:stCxn id="649" idx="1"/>
            <a:endCxn id="625" idx="3"/>
          </p:cNvCxnSpPr>
          <p:nvPr/>
        </p:nvCxnSpPr>
        <p:spPr>
          <a:xfrm rot="10800000">
            <a:off x="8387149" y="3798870"/>
            <a:ext cx="307200" cy="886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656" name="Google Shape;656;p22"/>
          <p:cNvCxnSpPr>
            <a:stCxn id="652" idx="1"/>
            <a:endCxn id="630" idx="3"/>
          </p:cNvCxnSpPr>
          <p:nvPr/>
        </p:nvCxnSpPr>
        <p:spPr>
          <a:xfrm rot="10800000">
            <a:off x="10140842" y="3799056"/>
            <a:ext cx="394500" cy="687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657" name="Google Shape;657;p22"/>
          <p:cNvSpPr txBox="1"/>
          <p:nvPr/>
        </p:nvSpPr>
        <p:spPr>
          <a:xfrm>
            <a:off x="435088" y="5154396"/>
            <a:ext cx="11290187" cy="1608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B를 찾은 후 A와 연결하기 위해서는 어떻게 해야 하는가?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-&gt;B를 찾았을 때 A를 알 수 없으므로 이동하기 전 저장을 한다. </a:t>
            </a:r>
            <a:endParaRPr sz="2000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B와 A를 연결한 후 C로 이동을 하려면 어떻게 해야 하는가?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-&gt;B와 A를 연결직전에 C(다음노드)를 저장해야 한다.</a:t>
            </a:r>
            <a:endParaRPr/>
          </a:p>
        </p:txBody>
      </p:sp>
      <p:sp>
        <p:nvSpPr>
          <p:cNvPr id="658" name="Google Shape;658;p22"/>
          <p:cNvSpPr txBox="1"/>
          <p:nvPr/>
        </p:nvSpPr>
        <p:spPr>
          <a:xfrm>
            <a:off x="838276" y="1383282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노드의 연결순서를 뒤집는다.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Google Shape;663;p23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664" name="Google Shape;664;p23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665" name="Google Shape;665;p23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666" name="Google Shape;666;p23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7" name="Google Shape;667;p23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8" name="Google Shape;668;p23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669" name="Google Shape;669;p23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670" name="Google Shape;670;p23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671" name="Google Shape;671;p23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72" name="Google Shape;672;p23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73" name="Google Shape;673;p23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74" name="Google Shape;674;p23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675" name="Google Shape;675;p2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76" name="Google Shape;676;p2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77" name="Google Shape;677;p23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678" name="Google Shape;678;p2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79" name="Google Shape;679;p2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680" name="Google Shape;680;p23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681" name="Google Shape;681;p23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682" name="Google Shape;682;p23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683" name="Google Shape;683;p23"/>
              <p:cNvCxnSpPr>
                <a:stCxn id="668" idx="3"/>
                <a:endCxn id="672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684" name="Google Shape;684;p23"/>
              <p:cNvCxnSpPr>
                <a:stCxn id="672" idx="2"/>
                <a:endCxn id="678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685" name="Google Shape;685;p23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86" name="Google Shape;686;p23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87" name="Google Shape;68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연결 리스트 확장 #응용하기</a:t>
            </a:r>
            <a:endParaRPr/>
          </a:p>
        </p:txBody>
      </p:sp>
      <p:sp>
        <p:nvSpPr>
          <p:cNvPr id="688" name="Google Shape;688;p23"/>
          <p:cNvSpPr txBox="1"/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9" name="Google Shape;689;p23"/>
          <p:cNvGrpSpPr/>
          <p:nvPr/>
        </p:nvGrpSpPr>
        <p:grpSpPr>
          <a:xfrm>
            <a:off x="932714" y="2802505"/>
            <a:ext cx="3280928" cy="413467"/>
            <a:chOff x="2088821" y="3729908"/>
            <a:chExt cx="3280928" cy="413467"/>
          </a:xfrm>
        </p:grpSpPr>
        <p:sp>
          <p:nvSpPr>
            <p:cNvPr id="690" name="Google Shape;690;p23"/>
            <p:cNvSpPr/>
            <p:nvPr/>
          </p:nvSpPr>
          <p:spPr>
            <a:xfrm>
              <a:off x="2088821" y="3735105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2966038" y="3735105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3861086" y="3729908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3" name="Google Shape;693;p23"/>
            <p:cNvSpPr/>
            <p:nvPr/>
          </p:nvSpPr>
          <p:spPr>
            <a:xfrm>
              <a:off x="4746490" y="3729908"/>
              <a:ext cx="623259" cy="40827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</a:t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694" name="Google Shape;694;p23"/>
            <p:cNvCxnSpPr>
              <a:stCxn id="690" idx="3"/>
              <a:endCxn id="691" idx="1"/>
            </p:cNvCxnSpPr>
            <p:nvPr/>
          </p:nvCxnSpPr>
          <p:spPr>
            <a:xfrm>
              <a:off x="2712080" y="3939240"/>
              <a:ext cx="254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695" name="Google Shape;695;p23"/>
            <p:cNvCxnSpPr>
              <a:stCxn id="691" idx="3"/>
            </p:cNvCxnSpPr>
            <p:nvPr/>
          </p:nvCxnSpPr>
          <p:spPr>
            <a:xfrm>
              <a:off x="3589297" y="3939240"/>
              <a:ext cx="271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696" name="Google Shape;696;p23"/>
            <p:cNvCxnSpPr>
              <a:stCxn id="692" idx="3"/>
              <a:endCxn id="693" idx="1"/>
            </p:cNvCxnSpPr>
            <p:nvPr/>
          </p:nvCxnSpPr>
          <p:spPr>
            <a:xfrm>
              <a:off x="4484345" y="3934043"/>
              <a:ext cx="262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</p:grpSp>
      <p:cxnSp>
        <p:nvCxnSpPr>
          <p:cNvPr id="697" name="Google Shape;697;p23"/>
          <p:cNvCxnSpPr>
            <a:stCxn id="693" idx="3"/>
            <a:endCxn id="690" idx="1"/>
          </p:cNvCxnSpPr>
          <p:nvPr/>
        </p:nvCxnSpPr>
        <p:spPr>
          <a:xfrm flipH="1">
            <a:off x="932842" y="3006640"/>
            <a:ext cx="3280800" cy="5100"/>
          </a:xfrm>
          <a:prstGeom prst="bentConnector5">
            <a:avLst>
              <a:gd fmla="val -6968" name="adj1"/>
              <a:gd fmla="val 8586902" name="adj2"/>
              <a:gd fmla="val 106972" name="adj3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698" name="Google Shape;698;p23"/>
          <p:cNvSpPr/>
          <p:nvPr/>
        </p:nvSpPr>
        <p:spPr>
          <a:xfrm>
            <a:off x="879587" y="4159764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9" name="Google Shape;699;p23"/>
          <p:cNvSpPr/>
          <p:nvPr/>
        </p:nvSpPr>
        <p:spPr>
          <a:xfrm>
            <a:off x="1756804" y="4159764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0" name="Google Shape;700;p23"/>
          <p:cNvSpPr/>
          <p:nvPr/>
        </p:nvSpPr>
        <p:spPr>
          <a:xfrm>
            <a:off x="2651852" y="4154567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p23"/>
          <p:cNvSpPr/>
          <p:nvPr/>
        </p:nvSpPr>
        <p:spPr>
          <a:xfrm>
            <a:off x="3537256" y="4154567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02" name="Google Shape;702;p23"/>
          <p:cNvCxnSpPr/>
          <p:nvPr/>
        </p:nvCxnSpPr>
        <p:spPr>
          <a:xfrm>
            <a:off x="1502846" y="4334679"/>
            <a:ext cx="245042" cy="47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3" name="Google Shape;703;p23"/>
          <p:cNvCxnSpPr/>
          <p:nvPr/>
        </p:nvCxnSpPr>
        <p:spPr>
          <a:xfrm rot="10800000">
            <a:off x="1502846" y="4415629"/>
            <a:ext cx="2450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4" name="Google Shape;704;p23"/>
          <p:cNvCxnSpPr/>
          <p:nvPr/>
        </p:nvCxnSpPr>
        <p:spPr>
          <a:xfrm>
            <a:off x="2393131" y="4320398"/>
            <a:ext cx="245042" cy="47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5" name="Google Shape;705;p23"/>
          <p:cNvCxnSpPr/>
          <p:nvPr/>
        </p:nvCxnSpPr>
        <p:spPr>
          <a:xfrm rot="10800000">
            <a:off x="2393131" y="4401348"/>
            <a:ext cx="2450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6" name="Google Shape;706;p23"/>
          <p:cNvCxnSpPr/>
          <p:nvPr/>
        </p:nvCxnSpPr>
        <p:spPr>
          <a:xfrm>
            <a:off x="3283298" y="4315635"/>
            <a:ext cx="245042" cy="47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07" name="Google Shape;707;p23"/>
          <p:cNvCxnSpPr/>
          <p:nvPr/>
        </p:nvCxnSpPr>
        <p:spPr>
          <a:xfrm rot="10800000">
            <a:off x="3283298" y="4396585"/>
            <a:ext cx="2450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708" name="Google Shape;708;p23"/>
          <p:cNvSpPr txBox="1"/>
          <p:nvPr/>
        </p:nvSpPr>
        <p:spPr>
          <a:xfrm>
            <a:off x="498270" y="2166374"/>
            <a:ext cx="33052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#환형연결리스트</a:t>
            </a:r>
            <a:endParaRPr/>
          </a:p>
        </p:txBody>
      </p:sp>
      <p:sp>
        <p:nvSpPr>
          <p:cNvPr id="709" name="Google Shape;709;p23"/>
          <p:cNvSpPr txBox="1"/>
          <p:nvPr/>
        </p:nvSpPr>
        <p:spPr>
          <a:xfrm>
            <a:off x="538293" y="3660526"/>
            <a:ext cx="33052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#이중연결리스트</a:t>
            </a:r>
            <a:endParaRPr/>
          </a:p>
        </p:txBody>
      </p:sp>
      <p:sp>
        <p:nvSpPr>
          <p:cNvPr id="710" name="Google Shape;710;p23"/>
          <p:cNvSpPr/>
          <p:nvPr/>
        </p:nvSpPr>
        <p:spPr>
          <a:xfrm>
            <a:off x="6579903" y="2846399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1" name="Google Shape;711;p23"/>
          <p:cNvSpPr/>
          <p:nvPr/>
        </p:nvSpPr>
        <p:spPr>
          <a:xfrm>
            <a:off x="7239006" y="2846399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7907551" y="2841202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8583230" y="2841202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6303451" y="2880357"/>
            <a:ext cx="411061" cy="369115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9089994" y="2871278"/>
            <a:ext cx="411061" cy="369115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6" name="Google Shape;716;p23"/>
          <p:cNvSpPr txBox="1"/>
          <p:nvPr/>
        </p:nvSpPr>
        <p:spPr>
          <a:xfrm>
            <a:off x="6271294" y="2286543"/>
            <a:ext cx="44770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큐: 뒤에서 추가되고, 앞에서 삭제됨.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7" name="Google Shape;717;p23"/>
          <p:cNvSpPr txBox="1"/>
          <p:nvPr/>
        </p:nvSpPr>
        <p:spPr>
          <a:xfrm>
            <a:off x="6388192" y="3254669"/>
            <a:ext cx="1006679" cy="369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</a:t>
            </a:r>
            <a:endParaRPr/>
          </a:p>
        </p:txBody>
      </p:sp>
      <p:sp>
        <p:nvSpPr>
          <p:cNvPr id="718" name="Google Shape;718;p23"/>
          <p:cNvSpPr txBox="1"/>
          <p:nvPr/>
        </p:nvSpPr>
        <p:spPr>
          <a:xfrm>
            <a:off x="9295524" y="3254669"/>
            <a:ext cx="1006679" cy="369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endParaRPr/>
          </a:p>
        </p:txBody>
      </p:sp>
      <p:sp>
        <p:nvSpPr>
          <p:cNvPr id="719" name="Google Shape;719;p23"/>
          <p:cNvSpPr/>
          <p:nvPr/>
        </p:nvSpPr>
        <p:spPr>
          <a:xfrm>
            <a:off x="7139137" y="5832272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7139137" y="5426448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B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1" name="Google Shape;721;p23"/>
          <p:cNvSpPr/>
          <p:nvPr/>
        </p:nvSpPr>
        <p:spPr>
          <a:xfrm>
            <a:off x="7139137" y="5012235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2" name="Google Shape;722;p23"/>
          <p:cNvSpPr/>
          <p:nvPr/>
        </p:nvSpPr>
        <p:spPr>
          <a:xfrm>
            <a:off x="7139137" y="4603965"/>
            <a:ext cx="623259" cy="4082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3" name="Google Shape;723;p23"/>
          <p:cNvSpPr txBox="1"/>
          <p:nvPr/>
        </p:nvSpPr>
        <p:spPr>
          <a:xfrm>
            <a:off x="6258808" y="3701212"/>
            <a:ext cx="44895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# 스택: 뒤에서 추가되고, 뒤에서 삭제됨.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4" name="Google Shape;724;p23"/>
          <p:cNvSpPr/>
          <p:nvPr/>
        </p:nvSpPr>
        <p:spPr>
          <a:xfrm>
            <a:off x="7460737" y="4182927"/>
            <a:ext cx="395255" cy="38450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2D05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5" name="Google Shape;725;p23"/>
          <p:cNvSpPr txBox="1"/>
          <p:nvPr/>
        </p:nvSpPr>
        <p:spPr>
          <a:xfrm>
            <a:off x="7844691" y="4102910"/>
            <a:ext cx="676533" cy="369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</a:t>
            </a:r>
            <a:endParaRPr/>
          </a:p>
        </p:txBody>
      </p:sp>
      <p:sp>
        <p:nvSpPr>
          <p:cNvPr id="726" name="Google Shape;726;p23"/>
          <p:cNvSpPr/>
          <p:nvPr/>
        </p:nvSpPr>
        <p:spPr>
          <a:xfrm>
            <a:off x="7033929" y="4175715"/>
            <a:ext cx="418353" cy="384501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7" name="Google Shape;727;p23"/>
          <p:cNvSpPr txBox="1"/>
          <p:nvPr/>
        </p:nvSpPr>
        <p:spPr>
          <a:xfrm>
            <a:off x="6392737" y="4124772"/>
            <a:ext cx="717340" cy="3698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삭제</a:t>
            </a:r>
            <a:endParaRPr/>
          </a:p>
        </p:txBody>
      </p:sp>
      <p:sp>
        <p:nvSpPr>
          <p:cNvPr id="728" name="Google Shape;728;p23"/>
          <p:cNvSpPr txBox="1"/>
          <p:nvPr/>
        </p:nvSpPr>
        <p:spPr>
          <a:xfrm>
            <a:off x="597041" y="5080764"/>
            <a:ext cx="1092752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완성된 코드는 중요한 것이 아님!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개념이해하고 이용하여 코드를 짜는 것!</a:t>
            </a:r>
            <a:endParaRPr sz="4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9" name="Google Shape;729;p23"/>
          <p:cNvSpPr txBox="1"/>
          <p:nvPr/>
        </p:nvSpPr>
        <p:spPr>
          <a:xfrm>
            <a:off x="838276" y="1383282"/>
            <a:ext cx="10515600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확장되는 기능을 복사해 새로운 파일에서 만들어보기!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24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735" name="Google Shape;735;p24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736" name="Google Shape;736;p24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737" name="Google Shape;737;p24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38" name="Google Shape;738;p24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39" name="Google Shape;739;p24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740" name="Google Shape;740;p24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44" name="Google Shape;744;p24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45" name="Google Shape;745;p24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746" name="Google Shape;746;p2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47" name="Google Shape;747;p2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48" name="Google Shape;748;p24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749" name="Google Shape;749;p2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50" name="Google Shape;750;p2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51" name="Google Shape;751;p24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752" name="Google Shape;752;p24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53" name="Google Shape;753;p24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754" name="Google Shape;754;p24"/>
              <p:cNvCxnSpPr>
                <a:stCxn id="739" idx="3"/>
                <a:endCxn id="743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755" name="Google Shape;755;p24"/>
              <p:cNvCxnSpPr>
                <a:stCxn id="743" idx="2"/>
                <a:endCxn id="749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756" name="Google Shape;756;p24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57" name="Google Shape;757;p24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58" name="Google Shape;75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연결 리스트  #기초 문제</a:t>
            </a:r>
            <a:endParaRPr/>
          </a:p>
        </p:txBody>
      </p:sp>
      <p:sp>
        <p:nvSpPr>
          <p:cNvPr id="759" name="Google Shape;759;p24"/>
          <p:cNvSpPr txBox="1"/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p24"/>
          <p:cNvSpPr txBox="1"/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포인터는 무엇인가?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동적/정적할당의 차이를 설명하여라.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포인터와 동적할당의 관계를 설명하여라.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매개변수의 역할은 무엇인가?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값에의한호출과 참조에의한 호출을 차이를 설명하여라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참조에의한호출이 구조적인 이해는 </a:t>
            </a:r>
            <a:b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이중포인터가 쉬운 이유를 설명하여라.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연결리스트를 실행중에 값을 추가/삽입/삭제가 가능한,</a:t>
            </a:r>
            <a:b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프로그램을 작성하여라.</a:t>
            </a:r>
            <a:endParaRPr/>
          </a:p>
          <a:p>
            <a:pPr indent="-3365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25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766" name="Google Shape;766;p25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767" name="Google Shape;767;p25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768" name="Google Shape;768;p25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69" name="Google Shape;769;p25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770" name="Google Shape;770;p25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771" name="Google Shape;771;p25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772" name="Google Shape;772;p25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773" name="Google Shape;773;p25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74" name="Google Shape;774;p25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75" name="Google Shape;775;p25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76" name="Google Shape;776;p25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777" name="Google Shape;777;p2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78" name="Google Shape;778;p2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79" name="Google Shape;779;p25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780" name="Google Shape;780;p2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81" name="Google Shape;781;p2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782" name="Google Shape;782;p25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783" name="Google Shape;783;p25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784" name="Google Shape;784;p25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785" name="Google Shape;785;p25"/>
              <p:cNvCxnSpPr>
                <a:stCxn id="770" idx="3"/>
                <a:endCxn id="774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786" name="Google Shape;786;p25"/>
              <p:cNvCxnSpPr>
                <a:stCxn id="774" idx="2"/>
                <a:endCxn id="780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787" name="Google Shape;787;p25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88" name="Google Shape;788;p25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789" name="Google Shape;78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연결 리스트  #심화 문제</a:t>
            </a:r>
            <a:endParaRPr/>
          </a:p>
        </p:txBody>
      </p:sp>
      <p:sp>
        <p:nvSpPr>
          <p:cNvPr id="790" name="Google Shape;790;p25"/>
          <p:cNvSpPr txBox="1"/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1" name="Google Shape;791;p25"/>
          <p:cNvSpPr txBox="1"/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포인터를 매개변수로 전달받았을 때 어떻게 포인터가 </a:t>
            </a:r>
            <a:b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원본포인터의 주소값을 변경할 수 있는가?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만약, 의도가 없다면 프로그램이 실행되었다고, 정상 작동 한다고 말할 수 있는가?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연결리스트 삽입 이후에 추가를 하면 어떻게 되는가?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단일,환형,이중 연결리스트 중 가장 많이 사용한 것을 찾고,</a:t>
            </a:r>
            <a:b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이유를 함께 서술하시오. </a:t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26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797" name="Google Shape;797;p26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798" name="Google Shape;798;p26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799" name="Google Shape;799;p26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00" name="Google Shape;800;p26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01" name="Google Shape;801;p26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802" name="Google Shape;802;p26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803" name="Google Shape;803;p26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804" name="Google Shape;804;p26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05" name="Google Shape;805;p26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06" name="Google Shape;806;p26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07" name="Google Shape;807;p26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808" name="Google Shape;808;p2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09" name="Google Shape;809;p2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10" name="Google Shape;810;p26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811" name="Google Shape;811;p2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12" name="Google Shape;812;p2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13" name="Google Shape;813;p26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814" name="Google Shape;814;p26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15" name="Google Shape;815;p26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816" name="Google Shape;816;p26"/>
              <p:cNvCxnSpPr>
                <a:stCxn id="801" idx="3"/>
                <a:endCxn id="805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817" name="Google Shape;817;p26"/>
              <p:cNvCxnSpPr>
                <a:stCxn id="805" idx="2"/>
                <a:endCxn id="811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818" name="Google Shape;818;p26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819" name="Google Shape;819;p26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20" name="Google Shape;82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/>
              <a:t>큐와 스택  #심화 문제</a:t>
            </a:r>
            <a:endParaRPr/>
          </a:p>
        </p:txBody>
      </p:sp>
      <p:sp>
        <p:nvSpPr>
          <p:cNvPr id="821" name="Google Shape;821;p26"/>
          <p:cNvSpPr txBox="1"/>
          <p:nvPr/>
        </p:nvSpPr>
        <p:spPr>
          <a:xfrm>
            <a:off x="839215" y="1507772"/>
            <a:ext cx="10515600" cy="3023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2" name="Google Shape;822;p26"/>
          <p:cNvSpPr txBox="1"/>
          <p:nvPr/>
        </p:nvSpPr>
        <p:spPr>
          <a:xfrm>
            <a:off x="838276" y="1383282"/>
            <a:ext cx="10515600" cy="456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큐와 스택을 연결리스트와 배열로 구현해보자.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lgun Gothic"/>
              <a:buAutoNum type="arabicPeriod"/>
            </a:pP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큐와 스택을 연결리스트와 배열로 구현 시,</a:t>
            </a:r>
            <a:b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2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각자의 장단점을 활용 용도를 고려하여 서술해보자.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" name="Google Shape;827;p27"/>
          <p:cNvGrpSpPr/>
          <p:nvPr/>
        </p:nvGrpSpPr>
        <p:grpSpPr>
          <a:xfrm>
            <a:off x="-133350" y="489603"/>
            <a:ext cx="8579123" cy="2053790"/>
            <a:chOff x="-66676" y="132308"/>
            <a:chExt cx="9429750" cy="2257425"/>
          </a:xfrm>
        </p:grpSpPr>
        <p:grpSp>
          <p:nvGrpSpPr>
            <p:cNvPr id="828" name="Google Shape;828;p27"/>
            <p:cNvGrpSpPr/>
            <p:nvPr/>
          </p:nvGrpSpPr>
          <p:grpSpPr>
            <a:xfrm>
              <a:off x="240632" y="207963"/>
              <a:ext cx="8831179" cy="1892939"/>
              <a:chOff x="240632" y="207963"/>
              <a:chExt cx="8831179" cy="1892939"/>
            </a:xfrm>
          </p:grpSpPr>
          <p:grpSp>
            <p:nvGrpSpPr>
              <p:cNvPr id="829" name="Google Shape;829;p27"/>
              <p:cNvGrpSpPr/>
              <p:nvPr/>
            </p:nvGrpSpPr>
            <p:grpSpPr>
              <a:xfrm>
                <a:off x="240632" y="207963"/>
                <a:ext cx="1618709" cy="1403836"/>
                <a:chOff x="0" y="0"/>
                <a:chExt cx="2108718" cy="1828800"/>
              </a:xfrm>
            </p:grpSpPr>
            <p:sp>
              <p:nvSpPr>
                <p:cNvPr id="830" name="Google Shape;830;p27"/>
                <p:cNvSpPr/>
                <p:nvPr/>
              </p:nvSpPr>
              <p:spPr>
                <a:xfrm>
                  <a:off x="0" y="0"/>
                  <a:ext cx="2108718" cy="783771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str </a:t>
                  </a:r>
                  <a:endParaRPr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31" name="Google Shape;831;p27"/>
                <p:cNvSpPr/>
                <p:nvPr/>
              </p:nvSpPr>
              <p:spPr>
                <a:xfrm>
                  <a:off x="0" y="1401763"/>
                  <a:ext cx="2108718" cy="427037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0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832" name="Google Shape;832;p27"/>
                <p:cNvSpPr/>
                <p:nvPr/>
              </p:nvSpPr>
              <p:spPr>
                <a:xfrm>
                  <a:off x="0" y="783771"/>
                  <a:ext cx="2108718" cy="617992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0x04</a:t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grpSp>
            <p:nvGrpSpPr>
              <p:cNvPr id="833" name="Google Shape;833;p27"/>
              <p:cNvGrpSpPr/>
              <p:nvPr/>
            </p:nvGrpSpPr>
            <p:grpSpPr>
              <a:xfrm>
                <a:off x="2856026" y="207963"/>
                <a:ext cx="6215785" cy="1434796"/>
                <a:chOff x="2856026" y="207963"/>
                <a:chExt cx="7922678" cy="1828800"/>
              </a:xfrm>
            </p:grpSpPr>
            <p:grpSp>
              <p:nvGrpSpPr>
                <p:cNvPr id="834" name="Google Shape;834;p27"/>
                <p:cNvGrpSpPr/>
                <p:nvPr/>
              </p:nvGrpSpPr>
              <p:grpSpPr>
                <a:xfrm>
                  <a:off x="2856026" y="207963"/>
                  <a:ext cx="7922678" cy="1828800"/>
                  <a:chOff x="0" y="0"/>
                  <a:chExt cx="2138601" cy="1828800"/>
                </a:xfrm>
              </p:grpSpPr>
              <p:sp>
                <p:nvSpPr>
                  <p:cNvPr id="835" name="Google Shape;835;p27"/>
                  <p:cNvSpPr/>
                  <p:nvPr/>
                </p:nvSpPr>
                <p:spPr>
                  <a:xfrm>
                    <a:off x="0" y="0"/>
                    <a:ext cx="2138601" cy="783771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char str[4]</a:t>
                    </a:r>
                    <a:endParaRPr sz="18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36" name="Google Shape;836;p27"/>
                  <p:cNvSpPr/>
                  <p:nvPr/>
                </p:nvSpPr>
                <p:spPr>
                  <a:xfrm>
                    <a:off x="0" y="1401763"/>
                    <a:ext cx="534650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0x04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37" name="Google Shape;837;p27"/>
                  <p:cNvSpPr/>
                  <p:nvPr/>
                </p:nvSpPr>
                <p:spPr>
                  <a:xfrm>
                    <a:off x="0" y="783771"/>
                    <a:ext cx="534650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D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38" name="Google Shape;838;p27"/>
                <p:cNvGrpSpPr/>
                <p:nvPr/>
              </p:nvGrpSpPr>
              <p:grpSpPr>
                <a:xfrm>
                  <a:off x="4836695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839" name="Google Shape;839;p2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0x05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40" name="Google Shape;840;p2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41" name="Google Shape;841;p27"/>
                <p:cNvGrpSpPr/>
                <p:nvPr/>
              </p:nvGrpSpPr>
              <p:grpSpPr>
                <a:xfrm>
                  <a:off x="6817364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842" name="Google Shape;842;p2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0x06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43" name="Google Shape;843;p2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T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  <p:grpSp>
              <p:nvGrpSpPr>
                <p:cNvPr id="844" name="Google Shape;844;p27"/>
                <p:cNvGrpSpPr/>
                <p:nvPr/>
              </p:nvGrpSpPr>
              <p:grpSpPr>
                <a:xfrm>
                  <a:off x="8798033" y="991734"/>
                  <a:ext cx="1980669" cy="1045029"/>
                  <a:chOff x="4836695" y="967671"/>
                  <a:chExt cx="1980669" cy="1045029"/>
                </a:xfrm>
              </p:grpSpPr>
              <p:sp>
                <p:nvSpPr>
                  <p:cNvPr id="845" name="Google Shape;845;p27"/>
                  <p:cNvSpPr/>
                  <p:nvPr/>
                </p:nvSpPr>
                <p:spPr>
                  <a:xfrm>
                    <a:off x="4836695" y="1585663"/>
                    <a:ext cx="1980669" cy="427037"/>
                  </a:xfrm>
                  <a:prstGeom prst="rect">
                    <a:avLst/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000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0x07</a:t>
                    </a:r>
                    <a:endParaRPr sz="1000">
                      <a:solidFill>
                        <a:schemeClr val="lt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  <p:sp>
                <p:nvSpPr>
                  <p:cNvPr id="846" name="Google Shape;846;p27"/>
                  <p:cNvSpPr/>
                  <p:nvPr/>
                </p:nvSpPr>
                <p:spPr>
                  <a:xfrm>
                    <a:off x="4836695" y="967671"/>
                    <a:ext cx="1980669" cy="617992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rPr>
                      <a:t>A</a:t>
                    </a:r>
                    <a:endParaRPr sz="1800">
                      <a:solidFill>
                        <a:schemeClr val="dk1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endParaRPr>
                  </a:p>
                </p:txBody>
              </p:sp>
            </p:grpSp>
          </p:grpSp>
          <p:cxnSp>
            <p:nvCxnSpPr>
              <p:cNvPr id="847" name="Google Shape;847;p27"/>
              <p:cNvCxnSpPr>
                <a:stCxn id="832" idx="3"/>
                <a:endCxn id="836" idx="1"/>
              </p:cNvCxnSpPr>
              <p:nvPr/>
            </p:nvCxnSpPr>
            <p:spPr>
              <a:xfrm>
                <a:off x="1859341" y="1046800"/>
                <a:ext cx="996600" cy="4284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cxnSp>
            <p:nvCxnSpPr>
              <p:cNvPr id="848" name="Google Shape;848;p27"/>
              <p:cNvCxnSpPr>
                <a:stCxn id="836" idx="2"/>
                <a:endCxn id="842" idx="2"/>
              </p:cNvCxnSpPr>
              <p:nvPr/>
            </p:nvCxnSpPr>
            <p:spPr>
              <a:xfrm flipH="1" rot="-5400000">
                <a:off x="5186699" y="89059"/>
                <a:ext cx="600" cy="3108000"/>
              </a:xfrm>
              <a:prstGeom prst="bentConnector3">
                <a:avLst>
                  <a:gd fmla="val 1800000" name="adj1"/>
                </a:avLst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med" w="med" type="triangle"/>
                <a:tailEnd len="med" w="med" type="triangle"/>
              </a:ln>
            </p:spPr>
          </p:cxnSp>
          <p:sp>
            <p:nvSpPr>
              <p:cNvPr id="849" name="Google Shape;849;p27"/>
              <p:cNvSpPr txBox="1"/>
              <p:nvPr/>
            </p:nvSpPr>
            <p:spPr>
              <a:xfrm>
                <a:off x="4648200" y="1854681"/>
                <a:ext cx="1400175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Swap Data</a:t>
                </a:r>
                <a:endParaRPr sz="10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850" name="Google Shape;850;p27"/>
            <p:cNvSpPr/>
            <p:nvPr/>
          </p:nvSpPr>
          <p:spPr>
            <a:xfrm>
              <a:off x="-66676" y="132308"/>
              <a:ext cx="9429750" cy="2257425"/>
            </a:xfrm>
            <a:prstGeom prst="rect">
              <a:avLst/>
            </a:prstGeom>
            <a:solidFill>
              <a:schemeClr val="lt1">
                <a:alpha val="8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51" name="Google Shape;85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Malgun Gothic"/>
              <a:buNone/>
            </a:pPr>
            <a:r>
              <a:rPr lang="en-US" sz="8000"/>
              <a:t>Q&amp;A</a:t>
            </a:r>
            <a:endParaRPr sz="8000"/>
          </a:p>
        </p:txBody>
      </p:sp>
      <p:sp>
        <p:nvSpPr>
          <p:cNvPr id="852" name="Google Shape;852;p27"/>
          <p:cNvSpPr txBox="1"/>
          <p:nvPr/>
        </p:nvSpPr>
        <p:spPr>
          <a:xfrm>
            <a:off x="5815474" y="2335442"/>
            <a:ext cx="6376526" cy="494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p27"/>
          <p:cNvSpPr txBox="1"/>
          <p:nvPr>
            <p:ph idx="1" type="body"/>
          </p:nvPr>
        </p:nvSpPr>
        <p:spPr>
          <a:xfrm>
            <a:off x="838200" y="3047999"/>
            <a:ext cx="10515600" cy="124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6000"/>
              <a:t>수고하셨습니다!</a:t>
            </a:r>
            <a:endParaRPr sz="6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