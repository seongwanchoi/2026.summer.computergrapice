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99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55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593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99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50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22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09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8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69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460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08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6D924-70C4-46BF-BDA4-48BC86E7C96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89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37518" y="609598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식별부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37518" y="1337091"/>
            <a:ext cx="1500996" cy="759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데이터부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379345" y="247289"/>
            <a:ext cx="1500996" cy="1500995"/>
            <a:chOff x="4379345" y="247289"/>
            <a:chExt cx="1500996" cy="1500995"/>
          </a:xfrm>
        </p:grpSpPr>
        <p:sp>
          <p:nvSpPr>
            <p:cNvPr id="6" name="직사각형 5"/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nData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4379345" y="2349259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pData</a:t>
            </a:r>
            <a:endParaRPr lang="en-US" altLang="ko-KR" dirty="0"/>
          </a:p>
          <a:p>
            <a:pPr algn="ctr"/>
            <a:r>
              <a:rPr lang="en-US" altLang="ko-KR" dirty="0"/>
              <a:t>(0x09)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379345" y="3091130"/>
            <a:ext cx="1500996" cy="759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6276" y="159585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34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682816" y="2373867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35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547669" y="4324508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547669" y="5081293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393058" y="4351089"/>
            <a:ext cx="17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nData</a:t>
            </a:r>
            <a:r>
              <a:rPr lang="en-US" altLang="ko-KR" dirty="0"/>
              <a:t>[10, 0x01]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393058" y="5036590"/>
            <a:ext cx="188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pData</a:t>
            </a:r>
            <a:r>
              <a:rPr lang="en-US" altLang="ko-KR" dirty="0"/>
              <a:t>[0x01, 10]</a:t>
            </a:r>
            <a:endParaRPr lang="ko-KR" altLang="en-US" dirty="0"/>
          </a:p>
        </p:txBody>
      </p:sp>
      <p:cxnSp>
        <p:nvCxnSpPr>
          <p:cNvPr id="27" name="꺾인 연결선 26"/>
          <p:cNvCxnSpPr>
            <a:cxnSpLocks/>
            <a:stCxn id="6" idx="3"/>
            <a:endCxn id="9" idx="3"/>
          </p:cNvCxnSpPr>
          <p:nvPr/>
        </p:nvCxnSpPr>
        <p:spPr>
          <a:xfrm>
            <a:off x="5880341" y="626851"/>
            <a:ext cx="12700" cy="2843841"/>
          </a:xfrm>
          <a:prstGeom prst="bentConnector3">
            <a:avLst>
              <a:gd name="adj1" fmla="val 9924323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stCxn id="8" idx="1"/>
            <a:endCxn id="6" idx="1"/>
          </p:cNvCxnSpPr>
          <p:nvPr/>
        </p:nvCxnSpPr>
        <p:spPr>
          <a:xfrm rot="10800000">
            <a:off x="4379345" y="626851"/>
            <a:ext cx="12700" cy="2101970"/>
          </a:xfrm>
          <a:prstGeom prst="bentConnector3">
            <a:avLst>
              <a:gd name="adj1" fmla="val 6826409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꺾인 연결선 26">
            <a:extLst>
              <a:ext uri="{FF2B5EF4-FFF2-40B4-BE49-F238E27FC236}">
                <a16:creationId xmlns:a16="http://schemas.microsoft.com/office/drawing/2014/main" id="{3D257853-0CDF-AE28-B529-2717E6675B68}"/>
              </a:ext>
            </a:extLst>
          </p:cNvPr>
          <p:cNvCxnSpPr>
            <a:cxnSpLocks/>
          </p:cNvCxnSpPr>
          <p:nvPr/>
        </p:nvCxnSpPr>
        <p:spPr>
          <a:xfrm>
            <a:off x="486652" y="3156684"/>
            <a:ext cx="1895877" cy="12700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30">
            <a:extLst>
              <a:ext uri="{FF2B5EF4-FFF2-40B4-BE49-F238E27FC236}">
                <a16:creationId xmlns:a16="http://schemas.microsoft.com/office/drawing/2014/main" id="{848AC0C0-42EC-6565-56B1-749FD2D7C8EA}"/>
              </a:ext>
            </a:extLst>
          </p:cNvPr>
          <p:cNvCxnSpPr>
            <a:cxnSpLocks/>
          </p:cNvCxnSpPr>
          <p:nvPr/>
        </p:nvCxnSpPr>
        <p:spPr>
          <a:xfrm>
            <a:off x="537518" y="3917092"/>
            <a:ext cx="1845011" cy="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88C73F9-1B69-E5E5-A554-394165DC4C29}"/>
              </a:ext>
            </a:extLst>
          </p:cNvPr>
          <p:cNvSpPr txBox="1"/>
          <p:nvPr/>
        </p:nvSpPr>
        <p:spPr>
          <a:xfrm>
            <a:off x="516105" y="3429000"/>
            <a:ext cx="105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참조선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EBC143-A138-EF37-A78C-3C480071F5DA}"/>
              </a:ext>
            </a:extLst>
          </p:cNvPr>
          <p:cNvSpPr txBox="1"/>
          <p:nvPr/>
        </p:nvSpPr>
        <p:spPr>
          <a:xfrm>
            <a:off x="639052" y="2750564"/>
            <a:ext cx="105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복사선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EC5A27-B7F6-5351-561D-6C5DBCB11F58}"/>
              </a:ext>
            </a:extLst>
          </p:cNvPr>
          <p:cNvSpPr txBox="1"/>
          <p:nvPr/>
        </p:nvSpPr>
        <p:spPr>
          <a:xfrm>
            <a:off x="827316" y="203478"/>
            <a:ext cx="105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변수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5549C0-32B9-8DA3-DD7D-E0E089EDA0A9}"/>
              </a:ext>
            </a:extLst>
          </p:cNvPr>
          <p:cNvGrpSpPr/>
          <p:nvPr/>
        </p:nvGrpSpPr>
        <p:grpSpPr>
          <a:xfrm>
            <a:off x="9079031" y="203478"/>
            <a:ext cx="1500996" cy="1500995"/>
            <a:chOff x="4379345" y="247289"/>
            <a:chExt cx="1500996" cy="150099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F6F6D5-3E21-5259-0A89-6A9E8C49141B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fData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C855141-57BA-6883-90D2-6C5670CE659F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3.14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7218ABA-1440-B677-1EE6-4D6D14A3AD87}"/>
              </a:ext>
            </a:extLst>
          </p:cNvPr>
          <p:cNvSpPr/>
          <p:nvPr/>
        </p:nvSpPr>
        <p:spPr>
          <a:xfrm>
            <a:off x="9079031" y="2305448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pfData</a:t>
            </a:r>
            <a:endParaRPr lang="en-US" altLang="ko-KR" dirty="0"/>
          </a:p>
          <a:p>
            <a:pPr algn="ctr"/>
            <a:r>
              <a:rPr lang="en-US" altLang="ko-KR" dirty="0"/>
              <a:t>(0x13)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AB91558-DFE3-127B-C4E1-8CE156FE6896}"/>
              </a:ext>
            </a:extLst>
          </p:cNvPr>
          <p:cNvSpPr/>
          <p:nvPr/>
        </p:nvSpPr>
        <p:spPr>
          <a:xfrm>
            <a:off x="9079031" y="3047319"/>
            <a:ext cx="1500996" cy="759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0X05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4" name="꺾인 연결선 26">
            <a:extLst>
              <a:ext uri="{FF2B5EF4-FFF2-40B4-BE49-F238E27FC236}">
                <a16:creationId xmlns:a16="http://schemas.microsoft.com/office/drawing/2014/main" id="{01BE4F54-473C-83C9-2AEB-869E27CBB351}"/>
              </a:ext>
            </a:extLst>
          </p:cNvPr>
          <p:cNvCxnSpPr>
            <a:cxnSpLocks/>
            <a:stCxn id="29" idx="3"/>
            <a:endCxn id="33" idx="3"/>
          </p:cNvCxnSpPr>
          <p:nvPr/>
        </p:nvCxnSpPr>
        <p:spPr>
          <a:xfrm>
            <a:off x="10580027" y="583040"/>
            <a:ext cx="12700" cy="2843841"/>
          </a:xfrm>
          <a:prstGeom prst="bentConnector3">
            <a:avLst>
              <a:gd name="adj1" fmla="val 7248646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0">
            <a:extLst>
              <a:ext uri="{FF2B5EF4-FFF2-40B4-BE49-F238E27FC236}">
                <a16:creationId xmlns:a16="http://schemas.microsoft.com/office/drawing/2014/main" id="{1023E7DC-E124-63F7-3226-FCE60415B890}"/>
              </a:ext>
            </a:extLst>
          </p:cNvPr>
          <p:cNvCxnSpPr>
            <a:stCxn id="32" idx="1"/>
            <a:endCxn id="29" idx="1"/>
          </p:cNvCxnSpPr>
          <p:nvPr/>
        </p:nvCxnSpPr>
        <p:spPr>
          <a:xfrm rot="10800000">
            <a:off x="9079031" y="583040"/>
            <a:ext cx="12700" cy="2101970"/>
          </a:xfrm>
          <a:prstGeom prst="bentConnector3">
            <a:avLst>
              <a:gd name="adj1" fmla="val 6826409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1EB3FF1-A416-7D2D-36E8-15C3AB2C90DF}"/>
              </a:ext>
            </a:extLst>
          </p:cNvPr>
          <p:cNvSpPr txBox="1"/>
          <p:nvPr/>
        </p:nvSpPr>
        <p:spPr>
          <a:xfrm>
            <a:off x="10745762" y="159585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37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5CBCEF-7CBC-963D-3EE0-12FEB0AE21DD}"/>
              </a:ext>
            </a:extLst>
          </p:cNvPr>
          <p:cNvSpPr txBox="1"/>
          <p:nvPr/>
        </p:nvSpPr>
        <p:spPr>
          <a:xfrm>
            <a:off x="7991605" y="2862653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38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02A3CD-B11C-BB73-F051-5C5E8074000A}"/>
              </a:ext>
            </a:extLst>
          </p:cNvPr>
          <p:cNvSpPr txBox="1"/>
          <p:nvPr/>
        </p:nvSpPr>
        <p:spPr>
          <a:xfrm>
            <a:off x="8027550" y="4348179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43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E9EBFF-3A40-496A-10DA-965F902B95FD}"/>
              </a:ext>
            </a:extLst>
          </p:cNvPr>
          <p:cNvSpPr txBox="1"/>
          <p:nvPr/>
        </p:nvSpPr>
        <p:spPr>
          <a:xfrm>
            <a:off x="8027550" y="5104964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C63173-3D11-3AAA-FE82-0001C9884B2D}"/>
              </a:ext>
            </a:extLst>
          </p:cNvPr>
          <p:cNvSpPr txBox="1"/>
          <p:nvPr/>
        </p:nvSpPr>
        <p:spPr>
          <a:xfrm>
            <a:off x="8872939" y="4374760"/>
            <a:ext cx="17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nData</a:t>
            </a:r>
            <a:r>
              <a:rPr lang="en-US" altLang="ko-KR" dirty="0"/>
              <a:t>[10, 0x01]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B7F733-28FE-EF48-5A2D-46DBBE99E737}"/>
              </a:ext>
            </a:extLst>
          </p:cNvPr>
          <p:cNvSpPr txBox="1"/>
          <p:nvPr/>
        </p:nvSpPr>
        <p:spPr>
          <a:xfrm>
            <a:off x="8872939" y="5060261"/>
            <a:ext cx="188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pData</a:t>
            </a:r>
            <a:r>
              <a:rPr lang="en-US" altLang="ko-KR" dirty="0"/>
              <a:t>[0x01, 10]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483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40658" y="878454"/>
            <a:ext cx="1500996" cy="1500995"/>
            <a:chOff x="4379345" y="247289"/>
            <a:chExt cx="1500996" cy="1500995"/>
          </a:xfrm>
        </p:grpSpPr>
        <p:sp>
          <p:nvSpPr>
            <p:cNvPr id="5" name="직사각형 4"/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nData3</a:t>
              </a:r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240658" y="4284451"/>
            <a:ext cx="1500996" cy="1500995"/>
            <a:chOff x="4379345" y="247289"/>
            <a:chExt cx="1500996" cy="1500995"/>
          </a:xfrm>
        </p:grpSpPr>
        <p:sp>
          <p:nvSpPr>
            <p:cNvPr id="8" name="직사각형 7"/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fData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3.14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8051322" y="887080"/>
            <a:ext cx="1500996" cy="1500995"/>
            <a:chOff x="4379345" y="247289"/>
            <a:chExt cx="1500996" cy="1500995"/>
          </a:xfrm>
        </p:grpSpPr>
        <p:sp>
          <p:nvSpPr>
            <p:cNvPr id="11" name="직사각형 10"/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pData3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0x01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8051322" y="4272946"/>
            <a:ext cx="1500996" cy="1500995"/>
            <a:chOff x="4379345" y="247289"/>
            <a:chExt cx="1500996" cy="1500995"/>
          </a:xfrm>
        </p:grpSpPr>
        <p:sp>
          <p:nvSpPr>
            <p:cNvPr id="14" name="직사각형 13"/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pfData</a:t>
              </a:r>
              <a:endParaRPr lang="en-US" altLang="ko-KR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0x05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8" name="꺾인 연결선 17"/>
          <p:cNvCxnSpPr>
            <a:stCxn id="5" idx="3"/>
            <a:endCxn id="11" idx="1"/>
          </p:cNvCxnSpPr>
          <p:nvPr/>
        </p:nvCxnSpPr>
        <p:spPr>
          <a:xfrm>
            <a:off x="4741654" y="1258016"/>
            <a:ext cx="3309668" cy="8626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8" idx="3"/>
            <a:endCxn id="14" idx="1"/>
          </p:cNvCxnSpPr>
          <p:nvPr/>
        </p:nvCxnSpPr>
        <p:spPr>
          <a:xfrm flipV="1">
            <a:off x="4741654" y="4652508"/>
            <a:ext cx="3309668" cy="1150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1" idx="0"/>
            <a:endCxn id="5" idx="0"/>
          </p:cNvCxnSpPr>
          <p:nvPr/>
        </p:nvCxnSpPr>
        <p:spPr>
          <a:xfrm rot="16200000" flipV="1">
            <a:off x="6392175" y="-1522565"/>
            <a:ext cx="8626" cy="4810664"/>
          </a:xfrm>
          <a:prstGeom prst="bentConnector3">
            <a:avLst>
              <a:gd name="adj1" fmla="val 7150336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14" idx="0"/>
            <a:endCxn id="8" idx="0"/>
          </p:cNvCxnSpPr>
          <p:nvPr/>
        </p:nvCxnSpPr>
        <p:spPr>
          <a:xfrm rot="16200000" flipH="1" flipV="1">
            <a:off x="6390735" y="1873366"/>
            <a:ext cx="11505" cy="4810664"/>
          </a:xfrm>
          <a:prstGeom prst="bentConnector3">
            <a:avLst>
              <a:gd name="adj1" fmla="val -7385511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0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2841F30-5795-1ED8-2DBC-D7761D204E85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6DC17B-DA98-1288-110C-DE4E1C5E08DD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Swap1()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5729858" y="666786"/>
            <a:ext cx="1500996" cy="1500995"/>
            <a:chOff x="4379345" y="247289"/>
            <a:chExt cx="1500996" cy="1500995"/>
          </a:xfrm>
        </p:grpSpPr>
        <p:sp>
          <p:nvSpPr>
            <p:cNvPr id="5" name="직사각형 4"/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7581341" y="3180598"/>
            <a:ext cx="1500996" cy="1500995"/>
            <a:chOff x="4379345" y="247289"/>
            <a:chExt cx="1500996" cy="1500995"/>
          </a:xfrm>
        </p:grpSpPr>
        <p:sp>
          <p:nvSpPr>
            <p:cNvPr id="8" name="직사각형 7"/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5C0F7A8-9CE6-97C9-1ED6-D340F5CBDF37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3881F08-C233-A9F9-AB21-9D89923DC6D1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D9E9551-A084-7B34-EC12-6E599B53053B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1" name="꺾인 연결선 20">
            <a:extLst>
              <a:ext uri="{FF2B5EF4-FFF2-40B4-BE49-F238E27FC236}">
                <a16:creationId xmlns:a16="http://schemas.microsoft.com/office/drawing/2014/main" id="{93820ED2-67F9-C6D5-D63A-FB9C27D85584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7230854" y="1788219"/>
            <a:ext cx="1851483" cy="8627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20">
            <a:extLst>
              <a:ext uri="{FF2B5EF4-FFF2-40B4-BE49-F238E27FC236}">
                <a16:creationId xmlns:a16="http://schemas.microsoft.com/office/drawing/2014/main" id="{513C81A2-1AD5-3AAF-CAEB-BBA04CEC67ED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>
            <a:off x="2184721" y="4293404"/>
            <a:ext cx="5396620" cy="8627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1EC395E-25CB-4DCD-9921-6E692E6E70BB}"/>
              </a:ext>
            </a:extLst>
          </p:cNvPr>
          <p:cNvGrpSpPr/>
          <p:nvPr/>
        </p:nvGrpSpPr>
        <p:grpSpPr>
          <a:xfrm>
            <a:off x="683725" y="684039"/>
            <a:ext cx="1500996" cy="1500995"/>
            <a:chOff x="4379345" y="247289"/>
            <a:chExt cx="1500996" cy="150099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A1FA79D-EFDD-8752-C932-A20EC2F1C00A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0054D88-FD2F-CF83-0822-D83D48E1F758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3D10D95-8803-1CC3-612A-8FBB38B5BD88}"/>
              </a:ext>
            </a:extLst>
          </p:cNvPr>
          <p:cNvGrpSpPr/>
          <p:nvPr/>
        </p:nvGrpSpPr>
        <p:grpSpPr>
          <a:xfrm>
            <a:off x="683725" y="3171971"/>
            <a:ext cx="1500996" cy="1500995"/>
            <a:chOff x="4379345" y="247289"/>
            <a:chExt cx="1500996" cy="150099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47BF5F2-74BD-88A6-A660-FB73B80BE51E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ECDA44F-811A-35F5-3E03-25F7F903DD48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31" name="꺾인 연결선 20">
            <a:extLst>
              <a:ext uri="{FF2B5EF4-FFF2-40B4-BE49-F238E27FC236}">
                <a16:creationId xmlns:a16="http://schemas.microsoft.com/office/drawing/2014/main" id="{39F04199-B154-29E5-8AE2-9C06A2573031}"/>
              </a:ext>
            </a:extLst>
          </p:cNvPr>
          <p:cNvCxnSpPr>
            <a:cxnSpLocks/>
            <a:stCxn id="24" idx="3"/>
            <a:endCxn id="6" idx="1"/>
          </p:cNvCxnSpPr>
          <p:nvPr/>
        </p:nvCxnSpPr>
        <p:spPr>
          <a:xfrm flipV="1">
            <a:off x="2184721" y="1788219"/>
            <a:ext cx="3545137" cy="17253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A75517-E6AE-B097-BE1D-AE29ACF90998}"/>
              </a:ext>
            </a:extLst>
          </p:cNvPr>
          <p:cNvSpPr txBox="1"/>
          <p:nvPr/>
        </p:nvSpPr>
        <p:spPr>
          <a:xfrm>
            <a:off x="2623790" y="1327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8AC4C-88CA-FA84-18E1-FE5B798910A7}"/>
              </a:ext>
            </a:extLst>
          </p:cNvPr>
          <p:cNvSpPr txBox="1"/>
          <p:nvPr/>
        </p:nvSpPr>
        <p:spPr>
          <a:xfrm>
            <a:off x="2617719" y="3807291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E3FB12-1030-0A9B-D50B-5AB4CEE27932}"/>
              </a:ext>
            </a:extLst>
          </p:cNvPr>
          <p:cNvSpPr txBox="1"/>
          <p:nvPr/>
        </p:nvSpPr>
        <p:spPr>
          <a:xfrm>
            <a:off x="7823839" y="1327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409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73CED2B8-25C1-05B4-D626-1CCE5477A404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E19C0FD-7C35-5718-9195-EB56DC3B9FF1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7FD88B-32D6-DE45-7B8C-3A530EC726DE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DEC8008-2248-3E59-0D75-F8FDABB35A51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2E986BF-BDB0-8BFD-7DA7-6CE89666BE8E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C6E1151-BCB9-D014-9F67-B36DAE28AB2C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873953-A02A-0F1C-E2A3-57E6DD4CC6F3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620C24-FBF9-42D6-AE4C-BE72D4E858DB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Swap1()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EB1725-234C-BB5B-92F0-18F208656B1C}"/>
              </a:ext>
            </a:extLst>
          </p:cNvPr>
          <p:cNvGrpSpPr/>
          <p:nvPr/>
        </p:nvGrpSpPr>
        <p:grpSpPr>
          <a:xfrm>
            <a:off x="5729858" y="666786"/>
            <a:ext cx="1500996" cy="1500995"/>
            <a:chOff x="4379345" y="247289"/>
            <a:chExt cx="1500996" cy="150099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61236C0-BE3B-37B7-37F3-2F205C1960B5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DC47867-4A19-95D7-21C7-AB31E35CF2DD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20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246CA0-4464-A2F7-98F3-42A119017561}"/>
              </a:ext>
            </a:extLst>
          </p:cNvPr>
          <p:cNvGrpSpPr/>
          <p:nvPr/>
        </p:nvGrpSpPr>
        <p:grpSpPr>
          <a:xfrm>
            <a:off x="7581341" y="3180598"/>
            <a:ext cx="1500996" cy="1500995"/>
            <a:chOff x="4379345" y="247289"/>
            <a:chExt cx="1500996" cy="150099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289CF89-BCD5-A129-5823-3B0414548992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6159F48-C5E4-4F00-A1A9-1D23F991A5FE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B3207FD-D6A3-25D8-6461-5F40D3E37E00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D87E664-865A-81D6-4CF7-BD811CCB8BE7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1B9C43-6AA1-E711-6561-42D749109FF4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1" name="꺾인 연결선 20">
            <a:extLst>
              <a:ext uri="{FF2B5EF4-FFF2-40B4-BE49-F238E27FC236}">
                <a16:creationId xmlns:a16="http://schemas.microsoft.com/office/drawing/2014/main" id="{2900E69B-56C1-A7D5-DB5D-862BAA1F74FE}"/>
              </a:ext>
            </a:extLst>
          </p:cNvPr>
          <p:cNvCxnSpPr>
            <a:cxnSpLocks/>
            <a:stCxn id="16" idx="1"/>
            <a:endCxn id="14" idx="2"/>
          </p:cNvCxnSpPr>
          <p:nvPr/>
        </p:nvCxnSpPr>
        <p:spPr>
          <a:xfrm rot="10800000">
            <a:off x="6480357" y="2167782"/>
            <a:ext cx="1100985" cy="1392379"/>
          </a:xfrm>
          <a:prstGeom prst="bentConnector2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AFFF487-79AC-CC82-F162-EE4969F44722}"/>
              </a:ext>
            </a:extLst>
          </p:cNvPr>
          <p:cNvSpPr txBox="1"/>
          <p:nvPr/>
        </p:nvSpPr>
        <p:spPr>
          <a:xfrm>
            <a:off x="5776263" y="3243532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655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C3FC4-232A-94FE-3D6F-4A61D2E8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EA5D617B-1648-148B-2F75-AB80F624DFF4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BB5C602-A9AC-8B80-2C23-86AF494F0E7A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46B70CE-2938-7C61-99B7-FF32746E2001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5D8FF3BC-5E71-C7B1-2088-44C7CB144E83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7823A3-60D7-3245-E1F4-5E0452379991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02E0E50-2649-3AB3-F26E-9EB92A548064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3C95A4-FCEF-1C45-D1BC-79B9C497E019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0FA93E-4B47-EB50-D38D-8E36FB627FB5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Swap1()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E1982A8-2842-C590-E19C-C74CD647CDE1}"/>
              </a:ext>
            </a:extLst>
          </p:cNvPr>
          <p:cNvGrpSpPr/>
          <p:nvPr/>
        </p:nvGrpSpPr>
        <p:grpSpPr>
          <a:xfrm>
            <a:off x="5729858" y="666786"/>
            <a:ext cx="1500996" cy="1500995"/>
            <a:chOff x="4379345" y="247289"/>
            <a:chExt cx="1500996" cy="150099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9E67A92-AC7D-9CEE-72B8-7AE617FBD1A2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B854D3A-B946-9C61-A3C7-743B684A48A5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11B0109-D50A-0AB6-D0F9-DFE7945CE39E}"/>
              </a:ext>
            </a:extLst>
          </p:cNvPr>
          <p:cNvGrpSpPr/>
          <p:nvPr/>
        </p:nvGrpSpPr>
        <p:grpSpPr>
          <a:xfrm>
            <a:off x="7581341" y="3180598"/>
            <a:ext cx="1500996" cy="1500995"/>
            <a:chOff x="4379345" y="247289"/>
            <a:chExt cx="1500996" cy="150099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5BAC70D-D37E-0141-915B-3AA676B429BA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82CCF6F-6508-E2CE-8F11-7E5976129607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10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CE32BF1-432A-759C-9806-D08C915D73C3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9719F70-50F8-EAB7-19E1-E9F5AD2708F6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522F537-3787-4392-034B-5C34E79EE0DF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1" name="꺾인 연결선 20">
            <a:extLst>
              <a:ext uri="{FF2B5EF4-FFF2-40B4-BE49-F238E27FC236}">
                <a16:creationId xmlns:a16="http://schemas.microsoft.com/office/drawing/2014/main" id="{BB2891D3-2F02-7B9D-5F47-EF36A81850B6}"/>
              </a:ext>
            </a:extLst>
          </p:cNvPr>
          <p:cNvCxnSpPr>
            <a:cxnSpLocks/>
            <a:stCxn id="20" idx="2"/>
            <a:endCxn id="17" idx="3"/>
          </p:cNvCxnSpPr>
          <p:nvPr/>
        </p:nvCxnSpPr>
        <p:spPr>
          <a:xfrm rot="5400000">
            <a:off x="8394775" y="2863970"/>
            <a:ext cx="2125623" cy="750498"/>
          </a:xfrm>
          <a:prstGeom prst="bentConnector2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BCFA31A-6EA5-55C8-40ED-8ABD8658116F}"/>
              </a:ext>
            </a:extLst>
          </p:cNvPr>
          <p:cNvSpPr txBox="1"/>
          <p:nvPr/>
        </p:nvSpPr>
        <p:spPr>
          <a:xfrm>
            <a:off x="9832835" y="3299602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115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54E088-5FB7-3EA5-F0C6-A9A956BD79E1}"/>
              </a:ext>
            </a:extLst>
          </p:cNvPr>
          <p:cNvSpPr txBox="1"/>
          <p:nvPr/>
        </p:nvSpPr>
        <p:spPr>
          <a:xfrm>
            <a:off x="1420324" y="5721872"/>
            <a:ext cx="401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ko-KR" dirty="0"/>
              <a:t>Swap1[0x01]10 &lt;-&gt; [0x05]20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A18B0C-536F-51EF-6714-623D3A7F28DD}"/>
              </a:ext>
            </a:extLst>
          </p:cNvPr>
          <p:cNvSpPr txBox="1"/>
          <p:nvPr/>
        </p:nvSpPr>
        <p:spPr>
          <a:xfrm>
            <a:off x="842515" y="5736413"/>
            <a:ext cx="577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ko-KR" dirty="0"/>
              <a:t>22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657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9AD5-9A34-DC6B-8C95-ED5079AA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3534206-B343-F58B-D3FF-58E5210C54D7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7F4B1FE-2B2D-9334-110E-54B91F5B30E5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C392D9-DC5D-3A8F-4753-3F3E621654DB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8AD9384-986A-FF64-1766-EFA97AE2B559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21C42B0-0470-F965-047E-2129D7EE9150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3D39C9F-B5DE-C796-6BF1-E09A0527C70C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DA957F-F296-180F-3929-9E9511699B2C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9863C-E427-8261-4D34-04F79EC45920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Swap2()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3DFDBD-F90A-DDED-7AA1-5ACD298B253B}"/>
              </a:ext>
            </a:extLst>
          </p:cNvPr>
          <p:cNvGrpSpPr/>
          <p:nvPr/>
        </p:nvGrpSpPr>
        <p:grpSpPr>
          <a:xfrm>
            <a:off x="5729858" y="666786"/>
            <a:ext cx="1500996" cy="1500995"/>
            <a:chOff x="4379345" y="247289"/>
            <a:chExt cx="1500996" cy="150099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4FDDEC0-0F21-4A0C-2380-8545BDF98696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pnumA</a:t>
              </a:r>
              <a:endParaRPr lang="en-US" altLang="ko-KR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97771AE-C9E0-169C-A58A-1E0C92B1281D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0x01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21A8866-6172-BF19-70F3-7A4083BE8E97}"/>
              </a:ext>
            </a:extLst>
          </p:cNvPr>
          <p:cNvGrpSpPr/>
          <p:nvPr/>
        </p:nvGrpSpPr>
        <p:grpSpPr>
          <a:xfrm>
            <a:off x="7581341" y="3180598"/>
            <a:ext cx="1500996" cy="1500995"/>
            <a:chOff x="4379345" y="247289"/>
            <a:chExt cx="1500996" cy="150099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320CC15-86CE-BA1B-7B2E-E619FD564084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pnumB</a:t>
              </a:r>
              <a:endParaRPr lang="en-US" altLang="ko-KR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C66B47F-2E39-12FB-2895-CE6755AC4A8D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0x05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58497F7-E3B5-4D7B-4F16-0D8C31FDF271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CCEFC6-0782-1B4D-7D3C-D9BF5CA74D7A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82DF7BE-23FD-2F56-B24F-E192593E6F5F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3" name="꺾인 연결선 30">
            <a:extLst>
              <a:ext uri="{FF2B5EF4-FFF2-40B4-BE49-F238E27FC236}">
                <a16:creationId xmlns:a16="http://schemas.microsoft.com/office/drawing/2014/main" id="{6B407869-E42C-26FE-82C6-B612F8B7E9A8}"/>
              </a:ext>
            </a:extLst>
          </p:cNvPr>
          <p:cNvCxnSpPr>
            <a:cxnSpLocks/>
            <a:stCxn id="14" idx="1"/>
            <a:endCxn id="5" idx="3"/>
          </p:cNvCxnSpPr>
          <p:nvPr/>
        </p:nvCxnSpPr>
        <p:spPr>
          <a:xfrm rot="10800000">
            <a:off x="2362522" y="1316483"/>
            <a:ext cx="3367337" cy="471736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30">
            <a:extLst>
              <a:ext uri="{FF2B5EF4-FFF2-40B4-BE49-F238E27FC236}">
                <a16:creationId xmlns:a16="http://schemas.microsoft.com/office/drawing/2014/main" id="{280535E9-CF07-ED38-99DC-748C0788ED7B}"/>
              </a:ext>
            </a:extLst>
          </p:cNvPr>
          <p:cNvCxnSpPr>
            <a:cxnSpLocks/>
            <a:stCxn id="17" idx="1"/>
            <a:endCxn id="8" idx="3"/>
          </p:cNvCxnSpPr>
          <p:nvPr/>
        </p:nvCxnSpPr>
        <p:spPr>
          <a:xfrm rot="10800000">
            <a:off x="2362521" y="3559349"/>
            <a:ext cx="5218820" cy="742682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6">
            <a:extLst>
              <a:ext uri="{FF2B5EF4-FFF2-40B4-BE49-F238E27FC236}">
                <a16:creationId xmlns:a16="http://schemas.microsoft.com/office/drawing/2014/main" id="{52073870-0ED3-343C-8DCA-08E65B5A91B3}"/>
              </a:ext>
            </a:extLst>
          </p:cNvPr>
          <p:cNvCxnSpPr>
            <a:cxnSpLocks/>
            <a:stCxn id="6" idx="3"/>
            <a:endCxn id="20" idx="2"/>
          </p:cNvCxnSpPr>
          <p:nvPr/>
        </p:nvCxnSpPr>
        <p:spPr>
          <a:xfrm>
            <a:off x="2362521" y="2058354"/>
            <a:ext cx="7470314" cy="118054"/>
          </a:xfrm>
          <a:prstGeom prst="bentConnector4">
            <a:avLst>
              <a:gd name="adj1" fmla="val 30470"/>
              <a:gd name="adj2" fmla="val 52314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8515712-4A54-D39C-ACAD-8678EFAB7C75}"/>
              </a:ext>
            </a:extLst>
          </p:cNvPr>
          <p:cNvSpPr txBox="1"/>
          <p:nvPr/>
        </p:nvSpPr>
        <p:spPr>
          <a:xfrm>
            <a:off x="2684254" y="787313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69883F-2FD6-F0CB-A5BF-569C7545F8DE}"/>
              </a:ext>
            </a:extLst>
          </p:cNvPr>
          <p:cNvSpPr txBox="1"/>
          <p:nvPr/>
        </p:nvSpPr>
        <p:spPr>
          <a:xfrm>
            <a:off x="2684254" y="3113183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B03F59-F7B5-00FE-BE0E-DD7B54463D7C}"/>
              </a:ext>
            </a:extLst>
          </p:cNvPr>
          <p:cNvSpPr txBox="1"/>
          <p:nvPr/>
        </p:nvSpPr>
        <p:spPr>
          <a:xfrm>
            <a:off x="7315839" y="2312831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057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06E6-4FFC-0DD0-8266-3E0E1DF2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195C71E-5AF1-FFB5-9F46-AF4FB0620AE7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AEEFA82-FD8F-34A5-9BD1-F4F3B186922A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B65C30-A65B-4E78-DD4E-B3B0E1F8CEBE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20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F344D17-21AB-74E7-F860-5DF15970190A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C1646D1-F528-D402-94D9-7D460BAB83EE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8E64F7A-9803-6061-7C21-31CF103EF69D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10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ABFE57-08EB-588A-8410-CA9DB4AF40FC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D353B-3AE6-02D0-ED2E-18DF59331D77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Swap2()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C4CFD89-5151-194D-3C5E-9C38A429FB59}"/>
              </a:ext>
            </a:extLst>
          </p:cNvPr>
          <p:cNvGrpSpPr/>
          <p:nvPr/>
        </p:nvGrpSpPr>
        <p:grpSpPr>
          <a:xfrm>
            <a:off x="5729858" y="666786"/>
            <a:ext cx="1500996" cy="1500995"/>
            <a:chOff x="4379345" y="247289"/>
            <a:chExt cx="1500996" cy="150099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DC2937-27DE-02E4-DDEA-BB608178107F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pnumA</a:t>
              </a:r>
              <a:endParaRPr lang="en-US" altLang="ko-KR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A0A3B29-6549-0A70-77C3-11DA80836545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0x01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E4F1889-681F-BDB0-4226-3113A641A908}"/>
              </a:ext>
            </a:extLst>
          </p:cNvPr>
          <p:cNvGrpSpPr/>
          <p:nvPr/>
        </p:nvGrpSpPr>
        <p:grpSpPr>
          <a:xfrm>
            <a:off x="7581341" y="3180598"/>
            <a:ext cx="1500996" cy="1500995"/>
            <a:chOff x="4379345" y="247289"/>
            <a:chExt cx="1500996" cy="150099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8A06CDB-5B22-ACD6-7775-BB627A826376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pnumB</a:t>
              </a:r>
              <a:endParaRPr lang="en-US" altLang="ko-KR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91C3244-C2C4-18D0-7A14-4AF6E758C783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0x05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94EEF22-76C3-F5F8-C8AB-BE3014516EA5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0EAAAAA-3EFC-2D35-A6E9-4759F7CC472A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9180EDA-2981-D739-74F0-F004F7230FB2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3" name="꺾인 연결선 30">
            <a:extLst>
              <a:ext uri="{FF2B5EF4-FFF2-40B4-BE49-F238E27FC236}">
                <a16:creationId xmlns:a16="http://schemas.microsoft.com/office/drawing/2014/main" id="{0FD7D99F-73C5-0354-8CF4-5CA7A8595D9A}"/>
              </a:ext>
            </a:extLst>
          </p:cNvPr>
          <p:cNvCxnSpPr>
            <a:cxnSpLocks/>
            <a:stCxn id="14" idx="1"/>
            <a:endCxn id="5" idx="3"/>
          </p:cNvCxnSpPr>
          <p:nvPr/>
        </p:nvCxnSpPr>
        <p:spPr>
          <a:xfrm rot="10800000">
            <a:off x="2362522" y="1316483"/>
            <a:ext cx="3367337" cy="471736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30">
            <a:extLst>
              <a:ext uri="{FF2B5EF4-FFF2-40B4-BE49-F238E27FC236}">
                <a16:creationId xmlns:a16="http://schemas.microsoft.com/office/drawing/2014/main" id="{807BC897-5711-E384-FB33-E92B5AFCAC43}"/>
              </a:ext>
            </a:extLst>
          </p:cNvPr>
          <p:cNvCxnSpPr>
            <a:cxnSpLocks/>
            <a:stCxn id="17" idx="1"/>
            <a:endCxn id="8" idx="3"/>
          </p:cNvCxnSpPr>
          <p:nvPr/>
        </p:nvCxnSpPr>
        <p:spPr>
          <a:xfrm rot="10800000">
            <a:off x="2362521" y="3559349"/>
            <a:ext cx="5218820" cy="742682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6">
            <a:extLst>
              <a:ext uri="{FF2B5EF4-FFF2-40B4-BE49-F238E27FC236}">
                <a16:creationId xmlns:a16="http://schemas.microsoft.com/office/drawing/2014/main" id="{FD16DDAF-7B7D-25B2-D850-D6D457B56FD1}"/>
              </a:ext>
            </a:extLst>
          </p:cNvPr>
          <p:cNvCxnSpPr>
            <a:cxnSpLocks/>
            <a:stCxn id="6" idx="3"/>
            <a:endCxn id="20" idx="2"/>
          </p:cNvCxnSpPr>
          <p:nvPr/>
        </p:nvCxnSpPr>
        <p:spPr>
          <a:xfrm>
            <a:off x="2362521" y="2058354"/>
            <a:ext cx="7470314" cy="118054"/>
          </a:xfrm>
          <a:prstGeom prst="bentConnector4">
            <a:avLst>
              <a:gd name="adj1" fmla="val 36250"/>
              <a:gd name="adj2" fmla="val 501624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꺾인 연결선 26">
            <a:extLst>
              <a:ext uri="{FF2B5EF4-FFF2-40B4-BE49-F238E27FC236}">
                <a16:creationId xmlns:a16="http://schemas.microsoft.com/office/drawing/2014/main" id="{B736823A-3976-0D18-4DFF-B703B7599160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rot="5400000" flipH="1" flipV="1">
            <a:off x="1241088" y="2808852"/>
            <a:ext cx="741871" cy="12700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7731F28-E9DB-E73F-8733-22DE9F79D42D}"/>
              </a:ext>
            </a:extLst>
          </p:cNvPr>
          <p:cNvSpPr txBox="1"/>
          <p:nvPr/>
        </p:nvSpPr>
        <p:spPr>
          <a:xfrm>
            <a:off x="1736287" y="2678503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121</a:t>
            </a:r>
            <a:endParaRPr lang="ko-KR" altLang="en-US" dirty="0"/>
          </a:p>
        </p:txBody>
      </p:sp>
      <p:cxnSp>
        <p:nvCxnSpPr>
          <p:cNvPr id="36" name="꺾인 연결선 26">
            <a:extLst>
              <a:ext uri="{FF2B5EF4-FFF2-40B4-BE49-F238E27FC236}">
                <a16:creationId xmlns:a16="http://schemas.microsoft.com/office/drawing/2014/main" id="{BBFDF528-71CB-65EB-6C3D-2C32EDB6FE83}"/>
              </a:ext>
            </a:extLst>
          </p:cNvPr>
          <p:cNvCxnSpPr>
            <a:cxnSpLocks/>
            <a:stCxn id="19" idx="3"/>
            <a:endCxn id="9" idx="2"/>
          </p:cNvCxnSpPr>
          <p:nvPr/>
        </p:nvCxnSpPr>
        <p:spPr>
          <a:xfrm flipH="1">
            <a:off x="1612023" y="1054975"/>
            <a:ext cx="8971310" cy="3625807"/>
          </a:xfrm>
          <a:prstGeom prst="bentConnector4">
            <a:avLst>
              <a:gd name="adj1" fmla="val -7833"/>
              <a:gd name="adj2" fmla="val 139697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B307964-2EC0-66BA-3F39-65EC8BBFDA8B}"/>
              </a:ext>
            </a:extLst>
          </p:cNvPr>
          <p:cNvSpPr txBox="1"/>
          <p:nvPr/>
        </p:nvSpPr>
        <p:spPr>
          <a:xfrm>
            <a:off x="1736287" y="5037552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9253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1094-6DC1-6FDF-B37C-8DFECD1F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8CA04A8A-5E3A-BC18-1F18-5E29291D70D9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DB29489-9AEC-AA25-564B-B88BBE0EB3F6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62CD446-2B3E-46B0-5DC1-26ECD7F6B1FB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760BCB2-048A-E234-0ED0-ED5FA42A65E9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13D3954-A115-84FB-7EFB-3A880C527532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336EA8C-FBB2-337B-6F17-9CE0AEBB2127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4AB5BD-D9DD-4910-9C9F-21EA8D1BCDBD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A4537-0974-37B0-CBCD-02278461EB3B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Swap2()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B0E6B4-F98E-5FEB-CC72-890D000FD9AE}"/>
              </a:ext>
            </a:extLst>
          </p:cNvPr>
          <p:cNvGrpSpPr/>
          <p:nvPr/>
        </p:nvGrpSpPr>
        <p:grpSpPr>
          <a:xfrm>
            <a:off x="5729858" y="666786"/>
            <a:ext cx="1500996" cy="1500995"/>
            <a:chOff x="4379345" y="247289"/>
            <a:chExt cx="1500996" cy="150099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DEB89EB-9083-AA37-F18F-8128614074C7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pnumA</a:t>
              </a:r>
              <a:endParaRPr lang="en-US" altLang="ko-KR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07E92BA-DB78-3C99-26DF-E3C17FFD5178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0x01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8050E69-25E2-A984-CA1F-16DB191D4492}"/>
              </a:ext>
            </a:extLst>
          </p:cNvPr>
          <p:cNvGrpSpPr/>
          <p:nvPr/>
        </p:nvGrpSpPr>
        <p:grpSpPr>
          <a:xfrm>
            <a:off x="7581341" y="3180598"/>
            <a:ext cx="1500996" cy="1500995"/>
            <a:chOff x="4379345" y="247289"/>
            <a:chExt cx="1500996" cy="150099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AFBD70D-E28A-020B-8BC6-A777C92FC9F2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pnumB</a:t>
              </a:r>
              <a:endParaRPr lang="en-US" altLang="ko-KR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6ED9CB2-0934-AACC-0DEF-0932C2A6765C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0x05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0B31401-3CA5-DE89-E092-8258F7EE3F7C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71F2925-FB4B-E293-3D48-D9CAC60334CC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A75B3A8-6847-99AD-064F-86BA4225D033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3" name="꺾인 연결선 30">
            <a:extLst>
              <a:ext uri="{FF2B5EF4-FFF2-40B4-BE49-F238E27FC236}">
                <a16:creationId xmlns:a16="http://schemas.microsoft.com/office/drawing/2014/main" id="{6C099971-F85C-8D14-7C4C-7EE0F5E4265E}"/>
              </a:ext>
            </a:extLst>
          </p:cNvPr>
          <p:cNvCxnSpPr>
            <a:cxnSpLocks/>
            <a:stCxn id="14" idx="1"/>
            <a:endCxn id="5" idx="3"/>
          </p:cNvCxnSpPr>
          <p:nvPr/>
        </p:nvCxnSpPr>
        <p:spPr>
          <a:xfrm rot="10800000">
            <a:off x="2362522" y="1316483"/>
            <a:ext cx="3367337" cy="471736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30">
            <a:extLst>
              <a:ext uri="{FF2B5EF4-FFF2-40B4-BE49-F238E27FC236}">
                <a16:creationId xmlns:a16="http://schemas.microsoft.com/office/drawing/2014/main" id="{868FED4B-0AE5-3A4C-CE20-E11A95CBC3AF}"/>
              </a:ext>
            </a:extLst>
          </p:cNvPr>
          <p:cNvCxnSpPr>
            <a:cxnSpLocks/>
            <a:stCxn id="17" idx="1"/>
            <a:endCxn id="8" idx="3"/>
          </p:cNvCxnSpPr>
          <p:nvPr/>
        </p:nvCxnSpPr>
        <p:spPr>
          <a:xfrm rot="10800000">
            <a:off x="2362521" y="3559349"/>
            <a:ext cx="5218820" cy="742682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6">
            <a:extLst>
              <a:ext uri="{FF2B5EF4-FFF2-40B4-BE49-F238E27FC236}">
                <a16:creationId xmlns:a16="http://schemas.microsoft.com/office/drawing/2014/main" id="{E1686C13-D36D-1BB6-18A9-60CB6A913B3D}"/>
              </a:ext>
            </a:extLst>
          </p:cNvPr>
          <p:cNvCxnSpPr>
            <a:cxnSpLocks/>
            <a:stCxn id="6" idx="3"/>
            <a:endCxn id="20" idx="2"/>
          </p:cNvCxnSpPr>
          <p:nvPr/>
        </p:nvCxnSpPr>
        <p:spPr>
          <a:xfrm>
            <a:off x="2362521" y="2058354"/>
            <a:ext cx="7470314" cy="118054"/>
          </a:xfrm>
          <a:prstGeom prst="bentConnector4">
            <a:avLst>
              <a:gd name="adj1" fmla="val 36250"/>
              <a:gd name="adj2" fmla="val 501624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1BB14A5-2159-0113-0210-CF30F8D2E138}"/>
              </a:ext>
            </a:extLst>
          </p:cNvPr>
          <p:cNvSpPr txBox="1"/>
          <p:nvPr/>
        </p:nvSpPr>
        <p:spPr>
          <a:xfrm>
            <a:off x="1420324" y="5721872"/>
            <a:ext cx="401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ko-KR" dirty="0"/>
              <a:t>Swap2[0x01]20 &lt;-&gt; [0x05]10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51CA43-FFA0-7522-ABE5-09B1F1E96567}"/>
              </a:ext>
            </a:extLst>
          </p:cNvPr>
          <p:cNvSpPr txBox="1"/>
          <p:nvPr/>
        </p:nvSpPr>
        <p:spPr>
          <a:xfrm>
            <a:off x="842515" y="5736413"/>
            <a:ext cx="577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ko-KR" dirty="0"/>
              <a:t>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6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9CBAE-10B4-678B-269C-2FBF73B8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EB8BBF0D-B1D8-C140-DB16-27B8C8FB1B2D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052878B-C226-7636-CB14-57CC36C45B6D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E617EE3-8580-ECF3-9CB7-591FE425E0C4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6F5728-8D81-9C76-1C33-8C8A9D27C8D2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DBF55C3-34E0-E295-6387-9420F9FB23BB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0C6B2D4-A987-8C7B-85E7-F7CCF04E749F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F8C886-28AC-6EC4-A7A3-477B2FCE8A99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46C520-4FA2-03D9-A453-AF972C6468BC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Swap3()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D5776A-4307-9713-7FF4-459F5B26494A}"/>
              </a:ext>
            </a:extLst>
          </p:cNvPr>
          <p:cNvSpPr/>
          <p:nvPr/>
        </p:nvSpPr>
        <p:spPr>
          <a:xfrm>
            <a:off x="5729858" y="666786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numA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D3A602-3EFD-04CD-ECEB-91E43FCF687E}"/>
              </a:ext>
            </a:extLst>
          </p:cNvPr>
          <p:cNvSpPr/>
          <p:nvPr/>
        </p:nvSpPr>
        <p:spPr>
          <a:xfrm>
            <a:off x="7581341" y="3180598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numB</a:t>
            </a:r>
            <a:endParaRPr lang="en-US" altLang="ko-KR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8D017A2-EC2D-C5E5-8102-FB34823CB205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065EF74-AF53-D70D-50DC-797F4D6206D4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FD27141-2EBD-920F-E5FD-9FC26CA09C50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3" name="꺾인 연결선 30">
            <a:extLst>
              <a:ext uri="{FF2B5EF4-FFF2-40B4-BE49-F238E27FC236}">
                <a16:creationId xmlns:a16="http://schemas.microsoft.com/office/drawing/2014/main" id="{4418B23E-B86F-2FEC-E39A-D112FE122E8D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rot="10800000" flipV="1">
            <a:off x="2362522" y="1046347"/>
            <a:ext cx="3367337" cy="27013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30">
            <a:extLst>
              <a:ext uri="{FF2B5EF4-FFF2-40B4-BE49-F238E27FC236}">
                <a16:creationId xmlns:a16="http://schemas.microsoft.com/office/drawing/2014/main" id="{751E7669-B890-6D54-DB13-1CCD6CFD4C56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rot="10800000">
            <a:off x="2362521" y="3559350"/>
            <a:ext cx="5218820" cy="81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6">
            <a:extLst>
              <a:ext uri="{FF2B5EF4-FFF2-40B4-BE49-F238E27FC236}">
                <a16:creationId xmlns:a16="http://schemas.microsoft.com/office/drawing/2014/main" id="{8E6149F2-81E4-0776-8BB7-9FD4E7CEC6B8}"/>
              </a:ext>
            </a:extLst>
          </p:cNvPr>
          <p:cNvCxnSpPr>
            <a:cxnSpLocks/>
            <a:stCxn id="6" idx="3"/>
            <a:endCxn id="20" idx="2"/>
          </p:cNvCxnSpPr>
          <p:nvPr/>
        </p:nvCxnSpPr>
        <p:spPr>
          <a:xfrm>
            <a:off x="2362521" y="2058354"/>
            <a:ext cx="7470314" cy="118054"/>
          </a:xfrm>
          <a:prstGeom prst="bentConnector4">
            <a:avLst>
              <a:gd name="adj1" fmla="val 36250"/>
              <a:gd name="adj2" fmla="val 501624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70E5062-B113-6FA5-88E6-CC1D144814C0}"/>
              </a:ext>
            </a:extLst>
          </p:cNvPr>
          <p:cNvSpPr txBox="1"/>
          <p:nvPr/>
        </p:nvSpPr>
        <p:spPr>
          <a:xfrm>
            <a:off x="4519285" y="380518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A50328-4F35-7FAF-925D-8ABA42E95F4E}"/>
              </a:ext>
            </a:extLst>
          </p:cNvPr>
          <p:cNvSpPr txBox="1"/>
          <p:nvPr/>
        </p:nvSpPr>
        <p:spPr>
          <a:xfrm>
            <a:off x="5221858" y="2202290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949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1C546-D2EE-C12B-2B08-E0C17D6BC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305707C-B352-9EF5-5922-EEEB1821AC0F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6706CA5-BB96-CAF8-21BF-88172BD27399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42D3A2F-B7F2-F1FF-720D-FEA8EA5729BD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10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51C1C0-143D-0B37-CD7D-7182B93391C9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B5753B1-7D0A-2229-DA2F-F033CA9C19D0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A049989-3AD4-7801-95A6-799ECAB36DD0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FE0DFC-A861-EBE4-35FB-C775132FC1D4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96829-381A-5DD7-0A15-C9F85358859B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Swap3()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DEFB45-71C4-CEB3-3B78-B51F057F0D42}"/>
              </a:ext>
            </a:extLst>
          </p:cNvPr>
          <p:cNvSpPr/>
          <p:nvPr/>
        </p:nvSpPr>
        <p:spPr>
          <a:xfrm>
            <a:off x="5729858" y="666786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numA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6DA9BC-CB6F-4BAD-CA9A-92262112BFC0}"/>
              </a:ext>
            </a:extLst>
          </p:cNvPr>
          <p:cNvSpPr/>
          <p:nvPr/>
        </p:nvSpPr>
        <p:spPr>
          <a:xfrm>
            <a:off x="7581341" y="3180598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numB</a:t>
            </a:r>
            <a:endParaRPr lang="en-US" altLang="ko-KR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2E93A0F-E6E0-17C7-5B2E-29FF5B6CBE66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AE875A8-52A3-DE78-28FA-7E56A040E2F5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1A671B5-C576-065D-B439-1BE235324936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3" name="꺾인 연결선 30">
            <a:extLst>
              <a:ext uri="{FF2B5EF4-FFF2-40B4-BE49-F238E27FC236}">
                <a16:creationId xmlns:a16="http://schemas.microsoft.com/office/drawing/2014/main" id="{B77A3A30-51EB-2034-305C-86009996380E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rot="10800000" flipV="1">
            <a:off x="2362522" y="1046347"/>
            <a:ext cx="3367337" cy="27013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30">
            <a:extLst>
              <a:ext uri="{FF2B5EF4-FFF2-40B4-BE49-F238E27FC236}">
                <a16:creationId xmlns:a16="http://schemas.microsoft.com/office/drawing/2014/main" id="{8D5985F7-99E2-402F-8D16-36C52ACD9539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rot="10800000">
            <a:off x="2362521" y="3559350"/>
            <a:ext cx="5218820" cy="81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2CD2A5-98E0-8573-3856-A084D4E844CD}"/>
              </a:ext>
            </a:extLst>
          </p:cNvPr>
          <p:cNvSpPr txBox="1"/>
          <p:nvPr/>
        </p:nvSpPr>
        <p:spPr>
          <a:xfrm>
            <a:off x="1736287" y="2632012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128</a:t>
            </a:r>
            <a:endParaRPr lang="ko-KR" altLang="en-US" dirty="0"/>
          </a:p>
        </p:txBody>
      </p:sp>
      <p:cxnSp>
        <p:nvCxnSpPr>
          <p:cNvPr id="2" name="꺾인 연결선 26">
            <a:extLst>
              <a:ext uri="{FF2B5EF4-FFF2-40B4-BE49-F238E27FC236}">
                <a16:creationId xmlns:a16="http://schemas.microsoft.com/office/drawing/2014/main" id="{F0E3D7FE-1390-1C8C-295D-7C8FDF7C8D91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rot="5400000" flipH="1" flipV="1">
            <a:off x="1241088" y="2808852"/>
            <a:ext cx="741871" cy="12700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184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4B096-4B6E-5DE2-9A71-EBE73B4E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881AD654-2C4C-A383-0DA1-8AD323AD96CA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B7D9BAE-D63E-0A32-DB50-A4035A6D9CE6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880D734-353B-3B2E-3703-EEB73430AB99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E0742AF-F840-8E81-3B8F-261F99BF66CF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1B8DFB-3D55-B7D2-2C32-5A31EE4E4929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B9664E1-73B6-1C94-3622-8E9C8ED042E7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20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8D967D-8106-FEF1-E5D8-5F1BED8781D8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41F95C-4568-1580-420F-C6F79023429C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Swap3()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58AD01-E4D8-3872-6F19-F3DA2D0ABC3C}"/>
              </a:ext>
            </a:extLst>
          </p:cNvPr>
          <p:cNvSpPr/>
          <p:nvPr/>
        </p:nvSpPr>
        <p:spPr>
          <a:xfrm>
            <a:off x="5729858" y="666786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numA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15D457-CC84-4415-B624-F83598C9401B}"/>
              </a:ext>
            </a:extLst>
          </p:cNvPr>
          <p:cNvSpPr/>
          <p:nvPr/>
        </p:nvSpPr>
        <p:spPr>
          <a:xfrm>
            <a:off x="7581341" y="3180598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numB</a:t>
            </a:r>
            <a:endParaRPr lang="en-US" altLang="ko-KR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5A8A535-BC4B-CDD8-08EE-055FECE06070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DBA11ED-A536-5D76-0183-8217E8CA569B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E5F2F-83C6-8732-C5EA-CE521F683744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3" name="꺾인 연결선 30">
            <a:extLst>
              <a:ext uri="{FF2B5EF4-FFF2-40B4-BE49-F238E27FC236}">
                <a16:creationId xmlns:a16="http://schemas.microsoft.com/office/drawing/2014/main" id="{D6659576-3880-0CC6-742A-A6DEA3BC925F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rot="10800000" flipV="1">
            <a:off x="2362522" y="1046347"/>
            <a:ext cx="3367337" cy="27013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30">
            <a:extLst>
              <a:ext uri="{FF2B5EF4-FFF2-40B4-BE49-F238E27FC236}">
                <a16:creationId xmlns:a16="http://schemas.microsoft.com/office/drawing/2014/main" id="{4BEA3FE8-F76C-2850-9E10-02A228444FAF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rot="10800000">
            <a:off x="2362521" y="3559350"/>
            <a:ext cx="5218820" cy="81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E91B824-FBEE-D2B0-5C1A-F7E5AD2E6DF4}"/>
              </a:ext>
            </a:extLst>
          </p:cNvPr>
          <p:cNvSpPr txBox="1"/>
          <p:nvPr/>
        </p:nvSpPr>
        <p:spPr>
          <a:xfrm>
            <a:off x="1612023" y="4992930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129</a:t>
            </a:r>
            <a:endParaRPr lang="ko-KR" altLang="en-US" dirty="0"/>
          </a:p>
        </p:txBody>
      </p:sp>
      <p:cxnSp>
        <p:nvCxnSpPr>
          <p:cNvPr id="2" name="꺾인 연결선 26">
            <a:extLst>
              <a:ext uri="{FF2B5EF4-FFF2-40B4-BE49-F238E27FC236}">
                <a16:creationId xmlns:a16="http://schemas.microsoft.com/office/drawing/2014/main" id="{84B95458-EBCE-B4E0-25A9-0DCD93D70AAF}"/>
              </a:ext>
            </a:extLst>
          </p:cNvPr>
          <p:cNvCxnSpPr>
            <a:cxnSpLocks/>
            <a:stCxn id="20" idx="2"/>
            <a:endCxn id="9" idx="2"/>
          </p:cNvCxnSpPr>
          <p:nvPr/>
        </p:nvCxnSpPr>
        <p:spPr>
          <a:xfrm rot="5400000">
            <a:off x="4470242" y="-681811"/>
            <a:ext cx="2504374" cy="8220812"/>
          </a:xfrm>
          <a:prstGeom prst="bentConnector3">
            <a:avLst>
              <a:gd name="adj1" fmla="val 140569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688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C893E-196B-2150-8BE9-5D533320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0800F7AE-15FD-778B-6C0E-FFDF2D80E8DF}"/>
              </a:ext>
            </a:extLst>
          </p:cNvPr>
          <p:cNvGrpSpPr/>
          <p:nvPr/>
        </p:nvGrpSpPr>
        <p:grpSpPr>
          <a:xfrm>
            <a:off x="861525" y="936921"/>
            <a:ext cx="1500996" cy="1500995"/>
            <a:chOff x="4379345" y="247289"/>
            <a:chExt cx="1500996" cy="150099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206F27D-3EBF-C62F-043D-8852A48BEA74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numA</a:t>
              </a:r>
              <a:endParaRPr lang="en-US" altLang="ko-KR" dirty="0"/>
            </a:p>
            <a:p>
              <a:pPr algn="ctr"/>
              <a:r>
                <a:rPr lang="en-US" altLang="ko-KR" dirty="0"/>
                <a:t>(0x01)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91B21D8-CD74-7BEF-9062-389914161B7C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D4F79ACC-6E5F-640B-B34C-7D15D85DE3BC}"/>
              </a:ext>
            </a:extLst>
          </p:cNvPr>
          <p:cNvGrpSpPr/>
          <p:nvPr/>
        </p:nvGrpSpPr>
        <p:grpSpPr>
          <a:xfrm>
            <a:off x="861525" y="3179787"/>
            <a:ext cx="1500996" cy="1500995"/>
            <a:chOff x="4379345" y="247289"/>
            <a:chExt cx="1500996" cy="150099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E4BA8AD-6D93-C65C-3EF9-CE3B8678DB1A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numB</a:t>
              </a:r>
              <a:endParaRPr lang="en-US" altLang="ko-KR" dirty="0"/>
            </a:p>
            <a:p>
              <a:pPr algn="ctr"/>
              <a:r>
                <a:rPr lang="en-US" altLang="ko-KR" dirty="0"/>
                <a:t>(0x05)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D2E763F-499C-B549-41A9-F128E2E5B6EB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7F4583-EE14-5209-F09A-4DBDCEF6E91F}"/>
              </a:ext>
            </a:extLst>
          </p:cNvPr>
          <p:cNvSpPr/>
          <p:nvPr/>
        </p:nvSpPr>
        <p:spPr>
          <a:xfrm>
            <a:off x="3886200" y="406400"/>
            <a:ext cx="8094133" cy="47582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DF2930-5169-B068-110A-0DF749839D72}"/>
              </a:ext>
            </a:extLst>
          </p:cNvPr>
          <p:cNvSpPr txBox="1"/>
          <p:nvPr/>
        </p:nvSpPr>
        <p:spPr>
          <a:xfrm>
            <a:off x="4207933" y="565986"/>
            <a:ext cx="1016000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Swap3()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CEA247-92A2-08A4-6539-24FD4F619FB5}"/>
              </a:ext>
            </a:extLst>
          </p:cNvPr>
          <p:cNvSpPr/>
          <p:nvPr/>
        </p:nvSpPr>
        <p:spPr>
          <a:xfrm>
            <a:off x="5729858" y="666786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numA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6F6473-4A03-7FC1-A015-E1354E71CFC7}"/>
              </a:ext>
            </a:extLst>
          </p:cNvPr>
          <p:cNvSpPr/>
          <p:nvPr/>
        </p:nvSpPr>
        <p:spPr>
          <a:xfrm>
            <a:off x="7581341" y="3180598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numB</a:t>
            </a:r>
            <a:endParaRPr lang="en-US" altLang="ko-KR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F25292-D56E-EDD6-90C6-71F52DE02985}"/>
              </a:ext>
            </a:extLst>
          </p:cNvPr>
          <p:cNvGrpSpPr/>
          <p:nvPr/>
        </p:nvGrpSpPr>
        <p:grpSpPr>
          <a:xfrm>
            <a:off x="9082337" y="675413"/>
            <a:ext cx="1500996" cy="1500995"/>
            <a:chOff x="4379345" y="247289"/>
            <a:chExt cx="1500996" cy="15009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A34A396-3A44-1A21-9792-6428AB6EED01}"/>
                </a:ext>
              </a:extLst>
            </p:cNvPr>
            <p:cNvSpPr/>
            <p:nvPr/>
          </p:nvSpPr>
          <p:spPr>
            <a:xfrm>
              <a:off x="4379345" y="247289"/>
              <a:ext cx="1500996" cy="759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swap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5F26F3B-C37C-65BB-E29D-5907B020B0A3}"/>
                </a:ext>
              </a:extLst>
            </p:cNvPr>
            <p:cNvSpPr/>
            <p:nvPr/>
          </p:nvSpPr>
          <p:spPr>
            <a:xfrm>
              <a:off x="4379345" y="989160"/>
              <a:ext cx="1500996" cy="7591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20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3" name="꺾인 연결선 30">
            <a:extLst>
              <a:ext uri="{FF2B5EF4-FFF2-40B4-BE49-F238E27FC236}">
                <a16:creationId xmlns:a16="http://schemas.microsoft.com/office/drawing/2014/main" id="{D6AC4CF4-F78D-EA11-533B-50994D516FEF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rot="10800000" flipV="1">
            <a:off x="2362522" y="1046347"/>
            <a:ext cx="3367337" cy="27013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30">
            <a:extLst>
              <a:ext uri="{FF2B5EF4-FFF2-40B4-BE49-F238E27FC236}">
                <a16:creationId xmlns:a16="http://schemas.microsoft.com/office/drawing/2014/main" id="{974CB1E2-AD54-8385-B9D6-E9C71E94E258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rot="10800000">
            <a:off x="2362521" y="3559350"/>
            <a:ext cx="5218820" cy="81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D050A58-794D-7F4C-4777-96E19CD35BC5}"/>
              </a:ext>
            </a:extLst>
          </p:cNvPr>
          <p:cNvSpPr txBox="1"/>
          <p:nvPr/>
        </p:nvSpPr>
        <p:spPr>
          <a:xfrm>
            <a:off x="1420324" y="5721872"/>
            <a:ext cx="401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ko-KR" dirty="0"/>
              <a:t>Swap3[0x01]10 &lt;-&gt; [0x05]20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25ACFF-5F75-7531-4B57-4FE44264323F}"/>
              </a:ext>
            </a:extLst>
          </p:cNvPr>
          <p:cNvSpPr txBox="1"/>
          <p:nvPr/>
        </p:nvSpPr>
        <p:spPr>
          <a:xfrm>
            <a:off x="842515" y="5736413"/>
            <a:ext cx="577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ko-KR" dirty="0"/>
              <a:t>28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3348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272</Words>
  <Application>Microsoft Office PowerPoint</Application>
  <PresentationFormat>와이드스크린</PresentationFormat>
  <Paragraphs>181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wan7523376@gmail.com</cp:lastModifiedBy>
  <cp:revision>73</cp:revision>
  <dcterms:created xsi:type="dcterms:W3CDTF">2026-07-15T03:29:35Z</dcterms:created>
  <dcterms:modified xsi:type="dcterms:W3CDTF">2026-07-21T11:47:42Z</dcterms:modified>
</cp:coreProperties>
</file>